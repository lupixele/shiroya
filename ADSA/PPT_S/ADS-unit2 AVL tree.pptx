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90"/>
  </p:notesMasterIdLst>
  <p:sldIdLst>
    <p:sldId id="256" r:id="rId2"/>
    <p:sldId id="267" r:id="rId3"/>
    <p:sldId id="349" r:id="rId4"/>
    <p:sldId id="370" r:id="rId5"/>
    <p:sldId id="371" r:id="rId6"/>
    <p:sldId id="372" r:id="rId7"/>
    <p:sldId id="387" r:id="rId8"/>
    <p:sldId id="388" r:id="rId9"/>
    <p:sldId id="389" r:id="rId10"/>
    <p:sldId id="390" r:id="rId11"/>
    <p:sldId id="391" r:id="rId12"/>
    <p:sldId id="392" r:id="rId13"/>
    <p:sldId id="393" r:id="rId14"/>
    <p:sldId id="394" r:id="rId15"/>
    <p:sldId id="395" r:id="rId16"/>
    <p:sldId id="396" r:id="rId17"/>
    <p:sldId id="397" r:id="rId18"/>
    <p:sldId id="398" r:id="rId19"/>
    <p:sldId id="399" r:id="rId20"/>
    <p:sldId id="400" r:id="rId21"/>
    <p:sldId id="401" r:id="rId22"/>
    <p:sldId id="402" r:id="rId23"/>
    <p:sldId id="403" r:id="rId24"/>
    <p:sldId id="404" r:id="rId25"/>
    <p:sldId id="405" r:id="rId26"/>
    <p:sldId id="406" r:id="rId27"/>
    <p:sldId id="407" r:id="rId28"/>
    <p:sldId id="408" r:id="rId29"/>
    <p:sldId id="409" r:id="rId30"/>
    <p:sldId id="410" r:id="rId31"/>
    <p:sldId id="411" r:id="rId32"/>
    <p:sldId id="412" r:id="rId33"/>
    <p:sldId id="413" r:id="rId34"/>
    <p:sldId id="414" r:id="rId35"/>
    <p:sldId id="415" r:id="rId36"/>
    <p:sldId id="416" r:id="rId37"/>
    <p:sldId id="417" r:id="rId38"/>
    <p:sldId id="418" r:id="rId39"/>
    <p:sldId id="419" r:id="rId40"/>
    <p:sldId id="420" r:id="rId41"/>
    <p:sldId id="421" r:id="rId42"/>
    <p:sldId id="422" r:id="rId43"/>
    <p:sldId id="423" r:id="rId44"/>
    <p:sldId id="424" r:id="rId45"/>
    <p:sldId id="425" r:id="rId46"/>
    <p:sldId id="426" r:id="rId47"/>
    <p:sldId id="427" r:id="rId48"/>
    <p:sldId id="428" r:id="rId49"/>
    <p:sldId id="429" r:id="rId50"/>
    <p:sldId id="430" r:id="rId51"/>
    <p:sldId id="431" r:id="rId52"/>
    <p:sldId id="432" r:id="rId53"/>
    <p:sldId id="433" r:id="rId54"/>
    <p:sldId id="434" r:id="rId55"/>
    <p:sldId id="436" r:id="rId56"/>
    <p:sldId id="438" r:id="rId57"/>
    <p:sldId id="439" r:id="rId58"/>
    <p:sldId id="469" r:id="rId59"/>
    <p:sldId id="470" r:id="rId60"/>
    <p:sldId id="440" r:id="rId61"/>
    <p:sldId id="441" r:id="rId62"/>
    <p:sldId id="442" r:id="rId63"/>
    <p:sldId id="443" r:id="rId64"/>
    <p:sldId id="444" r:id="rId65"/>
    <p:sldId id="445" r:id="rId66"/>
    <p:sldId id="446" r:id="rId67"/>
    <p:sldId id="447" r:id="rId68"/>
    <p:sldId id="448" r:id="rId69"/>
    <p:sldId id="449" r:id="rId70"/>
    <p:sldId id="450" r:id="rId71"/>
    <p:sldId id="451" r:id="rId72"/>
    <p:sldId id="452" r:id="rId73"/>
    <p:sldId id="453" r:id="rId74"/>
    <p:sldId id="454" r:id="rId75"/>
    <p:sldId id="455" r:id="rId76"/>
    <p:sldId id="456" r:id="rId77"/>
    <p:sldId id="457" r:id="rId78"/>
    <p:sldId id="458" r:id="rId79"/>
    <p:sldId id="459" r:id="rId80"/>
    <p:sldId id="460" r:id="rId81"/>
    <p:sldId id="461" r:id="rId82"/>
    <p:sldId id="462" r:id="rId83"/>
    <p:sldId id="463" r:id="rId84"/>
    <p:sldId id="464" r:id="rId85"/>
    <p:sldId id="465" r:id="rId86"/>
    <p:sldId id="466" r:id="rId87"/>
    <p:sldId id="467" r:id="rId88"/>
    <p:sldId id="468" r:id="rId8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CC00CC"/>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56" y="-9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37.3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0 124,'25'25,"-25"25,25-1,-25 1,24-25,1 0,-25 25,0-26,0 1,25 25,-25-25,25 0,-25-1,0 1,24-25,-24 25,0 0</inkml:trace>
  <inkml:trace contextRef="#ctx0" brushRef="#br0" timeOffset="1379">495 0,'-25'0,"0"25,1-25,-1 0,25 25,-50-25,26 0,-1 25,0-1,0-24,1 0,24 25,0 0,0 0,0 0,0 0,0-1,24-24,-24 25,0 0,0 0,25-25,-25 25,25-25,0 0,-1 0,1 0,0 0,24 0,-24-25,0 25,0-25,-1 25,1 0,0 0,0 0,-1 0,1 0,0 0,0 0,-25 25,24-25,-24 25,0 0,0 24,0-24,0 0,-24 0,24 0,-25-25,0 0,25 25,-25-1,1 1,-1 0,0-25,0 0,25 25,-24-25,-1 0,0 0,25 25,-25-25,1 25</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2:50.57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1364 1198,'0'-24,"-25"24,1 24,-1 51,-25 24,25-50,25 26,-24-51,24 1,0 0,-25-25,25 25,0 0,0-1,-25 1,25 0,0 0,0-1,0 1,25-25,49 0,-24 0,-25 0,24 0,-24 0,25 0,-26 0,1 0,0 0,0 0,0 0,-1 0,1 0</inkml:trace>
  <inkml:trace contextRef="#ctx0" brushRef="#br0" timeOffset="3807">1612 331,'0'-25,"25"1,-25-1,25 25,0-25,-50 25,0 0,25-25,0 0,0 1,0-1,0 0,0 0,0 1,25-1,24 0,1 25,49 0,25 25,0 99,-25 24,-24 51,-50-76,-1-23,-24-26,0 0,0-24,0-1,-24 26,24-26,-25 1,25-25,-25-25,25 24,-25 1,0 0,1-25,24 25,-25-25,0 0,25-25,0 0,0 0,0 1,25-1,0 25,-1 0,1 0,0 0,0 0,0 0,-1 0,1 0,0 25,0-25,-1 0,1 0,0 0,0 0,0 0,-1 0,1 0,0 0</inkml:trace>
  <inkml:trace contextRef="#ctx0" brushRef="#br0" timeOffset="94740">0 2437,'25'-25,"0"25,25-24,-26-1,26 25,-25 0,-1-25,1 25,0 0,0 0,0 0,-1 0,1-25,25 25,-25 0,24 0,-24 0,0 0,0 0,24 0,50-24,1 24,24 0,-50 0,25 0,-49 0,-25 0,-1 0,1 0,25 0,-25 0,-1 0,1 0,0 0,0 24,0-24,-1 0,1 25,25-25,-25 0,-1 0,1 0,0 25,0-25,0 0,-1 25,1-25,-25 24,25-24,0 0,-25 25,25-25,-25 25,24-25,1 25,-25 0,25-25,-25 24,0 1,25 0,0 24,-25 1,0-25,0 0,24-1,-24 1,0 0,0 0,0-1,0 1,0 0,0 0,0 24,0-24,0 0,0 24,0 1,0-25,0 24,-24 1,24-25,0-1,0 1,0 0,0 0</inkml:trace>
  <inkml:trace contextRef="#ctx0" brushRef="#br0" timeOffset="96497">1687 3081,'0'25,"0"0,24 0,-24 0,0 24,0-24,0 24,25-24,-25 0,25 0,-25 0,0 24,0-24,0 0,25-25,-25 24,0 1,0 0,25-25,-1 25,1-25,25 0,49-50,75-123,73-50,-73 74,-50 0,-50 26,-49 73,0 25,-25-24,0 24</inkml:trace>
  <inkml:trace contextRef="#ctx0" brushRef="#br0" timeOffset="152260">2530 2586,'24'0,"1"49,25 26,-1 24,1 25,-25-25,24 0,-24-49,-25-1,0-24,0 0,-74-100,24 1,-24-50,-1 0,26 25,24 25,0 24,0 1,1-26,24 26,0-1,0 1,0 24,0 0,0 0,0 1,24 24,1-25,0 25,25 0,-1 0,-24 0,25 0,-1 0,-24 0,0 0,24 25,-49 24,50-24,-50 24,0 1,25 24,-25-49,0 0,0 0,0-1,0 1,-25 0,0-25,0 25,1-25,-1 0,0 0,25 25,25-25,0 24,24-24,26 25,-1-25,0 0,1 0,-26 25,26 0,-26-25,26 49,-50-24,24-25,1 25,-50 0,25-25,-1 0,-24 24,25-24</inkml:trace>
  <inkml:trace contextRef="#ctx0" brushRef="#br0" timeOffset="165830">1687 4965,'0'-25,"24"25,26 49,-25 1,0-25,24-1,-24 1,0 0,0 25,24-1,-24-24,0 24,0 1,-25-25,24-25,-24 25</inkml:trace>
  <inkml:trace contextRef="#ctx0" brushRef="#br0" timeOffset="166868">2207 4593,'25'0,"0"0,0 0,0 49,-1-49,-24 25,25-25,0 50,24-25,-49-1,25 1,25 0,-25 24,-1-24,-24 0,25-25,-25 25,25 0,-25-1,0 1,-25-25,0 0,1 0,-1 0,0 0,0 0,0 0,1 0,-1 0,0 0,0 0,1 0,-1 0,0 0,-25 0,1 0,24 0,-25 0,1 0,-26 0,1 0,49 0,0 0,1 0,-1 0,0 0,25-25,-25 25,0 0,1 0,24-24,-25 24,0 0</inkml:trace>
  <inkml:trace contextRef="#ctx0" brushRef="#br0" timeOffset="169090">1290 4097,'25'0,"-1"0,1 0,0 0,0 25,0 0,24 0,1-1</inkml:trace>
  <inkml:trace contextRef="#ctx0" brushRef="#br0" timeOffset="170199">2158 4791,'0'-25,"-25"25,25-24,-25-1,25 0,-25 25,1-25,24 0,-50 1,50-26,-25 25,0 1,1-1,24 0,-25 25,25-25,-25 0,0 1,25-1,-25 25,25-25,-24 25,24-25,-25 25,25-24,-25 24,0-25,25 0,-25 25,1 0,24-25,-25 25,0 0,0 0,0 0</inkml:trace>
  <inkml:trace contextRef="#ctx0" brushRef="#br0" timeOffset="222888">2505 5708,'0'-25,"0"50,25 24,24 26,-24-26,-25 1,25-50,-25 25,0-1,25 1,-25 0,24 0,1 0,-25-1,25 1,-25 0</inkml:trace>
  <inkml:trace contextRef="#ctx0" brushRef="#br0" timeOffset="224102">2976 5510,'0'-25,"-25"25,0 0,1 0,24 25,-25-25,25 24,-25-24,25 25,0 0,0 0,0 0,0-1,0 1,0 25,0-26,25 1,-25 0,0 0,25-25,-1 0,1 0,0 0,0 0,0 0,24-25,1 0,-25 25,-1 0,1 0,0 0,0 0,0 25,-1 0,-24 0,0-1,0 1,0 25,-49 74,-26-25,26 0,24-74,25-1,-25-24,25 25,-25-25,1 25,-1-25,0 25,0-25,0 0,1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2:52.26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273 0,'-25'0,"0"25,-24 73,-1 49,0 25,26-98,-1 0,25-50,-25-24,25 25,0-1,0 26,0 23,0-24,0 1,0-1,0-25,0 1,0-1,50-24,49 25,25-25,25 0,24-74,-74 25,1 0,-51 49,-24-49,0 49,0 0,0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12.89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0 594,'0'24,"0"26,0-25,0-1,0 26,0-25,0-1,0 1,0 0,0 0,0-1,25-24,0 0,-25 25,25-25,0 0,-1 0,1 0,0 0,0 0,0 0,0 0,0 0,-1 0,1 0,0 0,0 0</inkml:trace>
  <inkml:trace contextRef="#ctx0" brushRef="#br0" timeOffset="1600">597 420,'24'0,"-24"25,0 0,0 0,0 24,0 100,0-26,-24-24,24-25,0-24,0-25,0-1,0 1,0 0,0 0,24-25,1 0,0-25,0 25,0 0,0-25,-1 25,-24-25,25 25,0 0,0-24,0-1,0 25,0 0,-25-25,74 25,-24-49,-25 49,24-25,26 0,-75 1,25 24,0 0</inkml:trace>
  <inkml:trace contextRef="#ctx0" brushRef="#br0" timeOffset="3093">1764 0,'0'25,"-25"-25,25 24,0 1,-24-25,-1 25,25 0,-25-25,-50 74,51-50,-26 51,0-51,25 26,0-50,25 25,-24-25,24 24,0 1,0 0,0 0,0-1,0 1,0 0,0 0,0 24,0-24,24 0,1-1,0 1,0 0,0 0,0-25,0 24,-1 1,1-25,-25 25,25-25,-25 25,25-25,0 24,0-24,-1 25,1-25,0 0,-25 25</inkml:trace>
  <inkml:trace contextRef="#ctx0" brushRef="#br0" timeOffset="8484">25 420,'0'25,"0"0,0 0,0-1,25-24,-25 50,0-25,0-1,0 1,0 0,0 0,0-1,0 1,0 0,0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17.5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 0,'25'0,"0"0,-25 25,25-25,0 25,-25 0,24 0,-24 0,0 0,25-25,-25 24,0 1,0 0,0 0,0 25,0-25,0 0,0 0,0 0,0 0,0-1,0 26,0-25,-25-25,1 25,24 0,0 0,0 0,-25-25,25 25,-25 0,0-1,0-24,25 25,-24-25</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53.90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125 2,'-25'0,"1"0,-1 0,1 24,24 1,-25 0,25 0,0 24,0-24,0 0,0 0,0-1,0 1,0 25,0-25,49 24,-24-24,-25 0,24-1,1 26,0-25,-25 0,0 24,0-24,0 0,0-1,-25-24,0 0,25 25,-24-25,-1 0,50 25,-1 0,-24 0,50 24,-26-24,1 25,-1-1,1-24,-1 0,1 24,-1-24,1 0,-1 0,1-1,-1 1,1-25,-25 25</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41.70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225 74,'0'0,"-24"0,-1 0,0 0,25 24,-25-24,0 0,1 0,-1 0,0 0,0 0,25-24,0-1,0 0,50 25,-25 0,24 0,-24 0,25 0,-26 0,26 0,-25 0,-1 0,1 0,-25 25,25 0,0-1,-1-24,-24 25,0-1,0 1,0 0,0-1,0 1,0-1,0 1,0 24,-24-49,24 25,-25-25,0 0,25 24,0 1,-25-25,1 0,-1 0,0 24,0-24,1 0,-1 0,0 0,0 0,0 0,1 0,-1 0,74 0,1-24,-25 24,0 0,-1 0,1 0,0 0,-25 24,25-24,-1 25,1-25,-25 24,25-24,-25 25,25-25,-1 0,-24 25,25-25,0 0,-25 24,25-24,0 0,-1 0,-24 25,25-25,0 0,0 0,-1 0</inkml:trace>
  <inkml:trace contextRef="#ctx0" brushRef="#br0" timeOffset="2890">622 123,'-25'0,"25"24,-25-24,25 25,0 0,0-1,0 1,0-1,0 1,0-1,25-24,-25 25,25-25,-25 25,24-25,-24 24,25-24,0 0,-25 25,25-25,0 0,-1 0,-24 24,25-24,0 0,0 0,-1 0,1 0,-25-24,0-1,25 1,-25-1,0 0,0 1,0-1,0 1,0-1,0 1,-25-1,0 0,25 1,0-1,-24 25,24-24,-25 24,25-25,-25 25,0 0,1 0,-1 0,0 0,0 0,0 0,1 0,24 25,-25-25</inkml:trace>
  <inkml:trace contextRef="#ctx0" brushRef="#br0" timeOffset="5300">597 663,'25'0,"-1"0,-24 25,25 0,0-25,-25 24,25-24,-25 25,25-25,-1 24,1-24,-25 25,25 0,24-25,-49 24,25-24,25 0,24 0,0 0,1-24,-26-1,-24 25,25-25,-26 1,26-25,49-25,25-24,-50-1,0 50,-74 0,25 49,-25-25,25 25</inkml:trace>
  <inkml:trace contextRef="#ctx0" brushRef="#br0" timeOffset="6857">1563 295,'0'-25,"25"25,0-24,24 24,1 0,-26 0,1-25,0 25,0 0,-1 0,-24 25,0-1,0 1,0-1,0 1,25-25,-25 25,0-1,0 1,0-1,0 1,0-1,25 1,-25 0,0-1,25-24</inkml:trace>
  <inkml:trace contextRef="#ctx0" brushRef="#br0" timeOffset="8487">2083 319,'25'0,"25"0,-50 50,49-26,-49 25,25-24,-25-1,25-24,-25 25,0 0,-25-75,-25-23,26 48,-1 1,0-50,25 49,0 1,-25-25,0 24,25-24,0 24,0 1,0-1,0 0,25 25,0-24,0 24,0 0,-1 0,1 0,0 0,-25 24,0 1,0 0,0-1,0 1,-25-25,25 24,-25-24,25 25,-24 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59.49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 0,'-24'0,"24"25,0 25,0-26,0 1,0 0,0-1,0 1,0 0,0 0,0-1,0 1,0 0,0 24,0-24,24 0,-24 24,0-24,0 0,0-1,25-24,-25 50,25-25,-25-1,24 1,1-25,-25 25,24-25,1 0,24 0,-24 0,24 0,-24-25,-1 25,-24-25,25 25</inkml:trace>
  <inkml:trace contextRef="#ctx0" brushRef="#br0" timeOffset="1493">49 322,'25'0,"-1"0,-24-25,25 25,-1 0,1 0</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4:40.12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1885,'25'0,"-1"-25,1 25,25-49,24 24,-49 25,0 0,24-25,-24 0,0 25,25-25,-1 1,26 24,-51 0,1-25,0 25,0 0</inkml:trace>
  <inkml:trace contextRef="#ctx0" brushRef="#br0" timeOffset="1291">397 2009,'-25'0,"50"0,-25-25,49 25,-24 0,0-25,0 1,-1 24,1 0,-25-25,25 25,0 0,0 0,-25-25,25 25,-1 0,1 0,-25-25</inkml:trace>
  <inkml:trace contextRef="#ctx0" brushRef="#br0" timeOffset="2923">1066 1414,'0'24,"0"1,0 0,25 0,0 25,-25-26,0 1,25-25,-25 25,25-25,-25 25,0 0,0-1,24 1,-24 0,0 0,0-50,-24-25,-1 50,25-24,-25-26,0 25,25 0,-25-24,25 24,-24 25,24-25,0 0,-25 25,25-25,0 1,0-1,0 0,-25 0,25 0,0 1,0-1,0 0,0 0,0 0,25 25,0 0,-1 0,1 0,0 0,0 0,0 0,-1 0,1 0,0 0,-25 25,25-25,-25 25,0 0,0 0,0-1,0 1,0 0,-25-25,25 25,-25-25,0 25,25-1,-24-24,-1 25,0-25,25 25,-25-25</inkml:trace>
  <inkml:trace contextRef="#ctx0" brushRef="#br0" timeOffset="5726">1339 1513,'25'0,"0"-50,74 25,-25-49,1 49,-50-24,0 49,-1 0,1-25,0 0,25 0,-1 25,26-49,-26 24,-24 25,0 0,-25-25,25 25</inkml:trace>
  <inkml:trace contextRef="#ctx0" brushRef="#br0" timeOffset="6687">1687 1091,'0'-25,"24"25,1 0,0 0,25 0,-26 0,51 0,-50 25,24-25,-24 0,0 0,24 25,1 0,-25-25,-25 25,25-25,-25 24,24-24,1 0,-25 25,0 0,0 0,-25 0,1 24,-1 1,-25-25,50-1,-25-24,25 25,-24-25,24 25,-25-25</inkml:trace>
  <inkml:trace contextRef="#ctx0" brushRef="#br0" timeOffset="8369">2455 744,'0'0,"-24"0,24 25,0 0,0-1,24 1,-24 0,0 0,25-25,-25 25,25-1,-25 1,0 0,0 0,25-25,-25 25,0-1,25-24,-25 25,24-25,-24 25,25 0,0-25,0 0,0 0,0 0,-1 0,1 0,-25-25,25 25,0 0,-25-25,25 25,-1 0,-24-25,25 25,0 0,-25-24,25 24</inkml:trace>
  <inkml:trace contextRef="#ctx0" brushRef="#br0" timeOffset="19536">3026 620,'0'-25,"25"-24,49 24,25-50,-24 26,24 24,-49-25,-1 25,-24 25,0 0</inkml:trace>
  <inkml:trace contextRef="#ctx0" brushRef="#br0" timeOffset="20822">3200 868,'0'25,"24"-25,-24-25,25 25,25-50,-25 50,24-24,-24-26,0 50,0-25,-1 25,1-25,0 1,0 24,-25-25,25 25,-1 0,1-25,0 0,25 0,-26 1,1-1,-25 0</inkml:trace>
  <inkml:trace contextRef="#ctx0" brushRef="#br0" timeOffset="22025">3869 173,'0'-24,"0"48,0 1,25 0,-25 0,25-25,-25 25,25-25,-25 24,25-24,-25 25,0 0,24-25,-24 25,25-25,-25 25,0 0,25-25,-25 24,25-24,-25 25</inkml:trace>
  <inkml:trace contextRef="#ctx0" brushRef="#br0" timeOffset="23434">4365 0,'-24'0,"-1"0,0 0,0 0,0 0,25 25,0-1,-24-24,24 25,0 0,0 0,0 0,0-1,0 1,0 0,0 0,0 0,0-1,0 1,24-25,-24 25,25 0,0 0,-25 0,25-25,0 24,-1 1,1-25,-25 25,25-25,0 0,0 0,-1 0,1-25,0 25,-25-25,25 1,-25-1,0 0,25 0,-25 0,0 0,0 1,0-1,0 0,0 0,0 0,0 1,0-1,-25 25,25-25,-25 25,0-25,25 0,-25 25,1 0,-1 0,0 0,0 0,0 0</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45.2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25 74,'-25'0</inkml:trace>
  <inkml:trace contextRef="#ctx0" brushRef="#br0" timeOffset="298">0 25,'0'-25</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5:49.8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51 725,'0'25,"25"-25,-25 25,0 0,25 0,0 25,24 0,-24 25,25-25,-26 0,-24-25,0 0,0 0,25-25,-25 25,0 0,25 0,-25 0,0 0,25-25,-25 25,0-50,-50-25,25 25,1-25,24 25,-25 25,25-25,-25 0,0-25,1-25,-1 25,0 0,0 0,25 25,-25 0,25 0,0 0,0 0,-24 0,24 0,-25 25,25-25,0 0,0 0,0 0,0 0,0 0,0 0,0 0,25 25,-1-25,26 0,-25 25,0 0,-1 0,1 0,0 0,0 25,-1-25,1 25,0-25,-25 25,25-25,-25 25,25 0,-25 0,0 0,0 0,0 0,0 0,0 0,-25 0,25 0,-25-25,25 25,0 0,-25-25,25 25,0 0,-25-25</inkml:trace>
  <inkml:trace contextRef="#ctx0" brushRef="#br0" timeOffset="2727">423 1000,'0'-25,"25"25,0-25,-25 0,49 0,-24-25,0 50,24-75,1 75,-25-50,-1 50,1-25,0 25,-25-25,25 25,-25-25,25 25,-25-25,24 25,1 0,-25-25,25 25,0-25,-25 0,24 25,1 0</inkml:trace>
  <inkml:trace contextRef="#ctx0" brushRef="#br0" timeOffset="3795">795 425,'49'0,"-24"0,0 0,0 25,-1-25,1 0,0 25,0-25,-25 25,25-25,-1 0,-24 25,0 0,25 0,-25 0,0 25,0-25,-25 25,25-25,-24 0,24 0,0 0,0 0</inkml:trace>
  <inkml:trace contextRef="#ctx0" brushRef="#br0" timeOffset="5245">1365 225,'-25'0,"25"25,0 0,25 0,-25 0,0 0,24 0,-24 0,25 0,-25 0,0 0,0 0,25-25,-25 25,0 0,25 0,0-25,-1 0,1 0,0 0,24 0,1 0,-25-25,0 25,-1 0,1-25,0 25,0 0,-25-25,0 0,24 25,1 0,-25-25</inkml:trace>
  <inkml:trace contextRef="#ctx0" brushRef="#br0" timeOffset="16290">1290 25,'0'-25,"25"25,-25 25,25-25,-25 25,0 0,25 0,-25 0,24-25,-24 25,0 0,0 0,25-25,-25 25,0 0,25-25,-25 25,0 0,0 0,0 0</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07.46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0 272,'0'-24,"0"-1,75-25,-26 26,26-51,-26 51,1-1,-25 0,-1 25,1 0</inkml:trace>
  <inkml:trace contextRef="#ctx0" brushRef="#br0" timeOffset="1266">223 396,'25'0,"0"-49,0 49,-25-25,0 0,25 25,-25-25,24 25,1 0,-25-24,25 24,-25-25,25 25</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16.93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0 819,'0'24,"0"1,25 0,-25 49,25-25,-1-24,-24-1,0 1,0 0,25-1,-25 1,0 0,25-1,-25 1,0 0,25-25,-25 24,25-24,-25 25,0 0,25-25,-25 24,49-24,-24 0,0 0,0 0,-1-24,1 24,-25-25,25 25,0 0,-25-25,25 25,-25-24,25-1,-25 0,24 25,-24-24</inkml:trace>
  <inkml:trace contextRef="#ctx0" brushRef="#br0" timeOffset="1685">50 1065,'0'-24,"24"24,1-50,50 26,-26-1,-24 0,25 25,-50-24,25 24,-1-25,1 25,0 0,0 0,0-25,0 25,-1 0</inkml:trace>
  <inkml:trace contextRef="#ctx0" brushRef="#br0" timeOffset="2991">720 868,'25'0,"0"0,-1-25,26-24,49-50,-24 50,-26-25,-24 74,0-25,-25 0,25 25,0-24,0 24,-1-25,1 25</inkml:trace>
  <inkml:trace contextRef="#ctx0" brushRef="#br0" timeOffset="3988">943 374,'25'0,"0"0,25 0,-26 25,1-25,0 0,-25 25,25-1,0-24,-25 25,49-25,-49 25,25-25,-25 24,25-24,0 0,-25 25,25-25,-25 25,25-25,-1 0,-24 24,0 1,0 0,0-1,-24-24,24 25,-25-25,25 25,0 0,-25-25,0 24,25 1,0 0,-25-1,25 1,0 0,0-1</inkml:trace>
  <inkml:trace contextRef="#ctx0" brushRef="#br0" timeOffset="5726">1539 276,'0'-25,"25"25,-25 25,25-25,-25 24,25-24,-25 25,0 24,49 25,-24 0,0 0,0 0,-25-49,0 0,0 0,25-25,-25 24,-25-24,25-24,0-1,-25 25,25-25,0-24,-25 49,25-25,-25 0,25 1,0-1,-25-24,25 24,0 0,-24-24,24 24,-25 1,25-1,0 0,0 1,0-1,-25 25,25-25,-25 1,25-1,0 0,0 1,0-1,0 0,0 1,25-1,0 25,-25-25,25 25,-1 0,1 0,0 0,0 0,25 0,-26 25,-24 0,50-25,-50 49,25-24,0-1,-25 1,0 0,0-1,0 1,0 0,-25-1,25 1,-25-25,0 0,0 25,1-25,24 24,-25-24,0 0,25 25,-25-25,0 0,50 0,0 0,-25 25,25-25,0 0,-1 0,51 24,-25 1,24 24,-24-49,-1 25,1 0,-25-25,24 24,-24-24,-25 25,25 0,0-25,0 24,0-24,-25 25,24-25</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46.1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0 620,'0'0,"25"0,-1-25,-24 0,25 25,25-24,-1-1,1-25,-1 25,-24 1,0 24,0 0,-25-25,24 0,1 25,0-25</inkml:trace>
  <inkml:trace contextRef="#ctx0" brushRef="#br0" timeOffset="1172">173 868,'0'-25,"0"0,0 0,25 25,0-25,-25 1,25 24,-25-25,24 25,26 0,-50-25,25 25,-1 0,1-25,0 25,0-24,0 24,-1 0,1-25,0 25,0 0,-25-25,24 25</inkml:trace>
  <inkml:trace contextRef="#ctx0" brushRef="#br0" timeOffset="2221">644 174,'25'0,"-25"25,0 24,24-24,-24 25,25-26,-25 26,0-1,25-24,-25 0,0 0,25-25,-25 25,0-1,25 1,-25 25,24-26,-24 1,25 25,-25-26,25-24,-25 25</inkml:trace>
  <inkml:trace contextRef="#ctx0" brushRef="#br0" timeOffset="4266">1313 0,'-25'0,"0"0,0 0,1 0,24 25,-25-25,0 25,0-25,1 0,24 25,-25-25,25 25,0-1,0 1,0 0,0 0,0-1,0 1,0 0,25 0,-1-25,1 0,0 0,0-25,-1 25,1 0,0 0,0 0,0 0,-1 0,1 0,0 0,0 0,-1 0,1 0,0 0,-25 25,0 0,0-1,0 1,0 0,0 24,-25-49,0 25,1 0,-1-25,0 0,0 25,1 0</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56.52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0,'0'0,"24"0,1 0,-25 25,25-25,0 25,-25 0,25-25,-1 0,1 0</inkml:trace>
  <inkml:trace contextRef="#ctx0" brushRef="#br0" timeOffset="627">173 75,'0'24,"25"-24,-25 25,25 0,-25 0,0-1,0 26,0 0,0-26,0 1,0 0,0 0,0-1,0 1,0 0,25-25,-25 25,24-25,-24 24,25-24,0 25,0-25,0 25,-1-25,-24-25,0 0,-24 25,-1 0,0 25,0 0,0 24,1 1,24-25,0-1,0 1,0 0,0 0,0 24,0-24,-25 24,0-24,25 0,-25-25,25 25,-25-25,1 0,-1 0,0 0,0 0</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6:57.25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0 651,'0'25,"0"1,24-26,-24 24,0 1,25 0,-25-1,25-24,-25 75,25-50,-25 0,24-1,-24 1,0 0,25-1,-25 1,0 1,25-26,-25 49,0-24,25-25,-25 24,25-24,-25 25,0 0,24-1,-24 2,25-1,-25-1,25-24,0 0,-1 25,1-25,0 0,0 0,0 0,-1-25,1 25,0-24,0-1,-1-25,1 0,-25 26,0-1</inkml:trace>
  <inkml:trace contextRef="#ctx0" brushRef="#br0" timeOffset="1923">74 850,'0'0,"0"-25,25 25,-1 0,1-25,0 25,-25-24,25 24,0 0,-1 0,-24-25,25 0,0 25,0 0,-1-24,1 24,-25-26,25 26,0 0,0-25,-25 1,24 24</inkml:trace>
  <inkml:trace contextRef="#ctx0" brushRef="#br0" timeOffset="3425">941 726,'-25'0,"25"-24,0-2,0 1,25 25,0 0,-25-24,24 24,1-25,0 0,0 25,-25-24,0-1,25 25,-1 0,-24-25,25 25,-25-25,25 25,-25-25,25 25,-25-25,24 25</inkml:trace>
  <inkml:trace contextRef="#ctx0" brushRef="#br0" timeOffset="4668">1065 255,'25'0,"-1"0,1 0,0 25,0-25,-1 0,1 25,0-25,-25 25,25-25,-1 0,1 0,-25 25,25-1,0-24,0 25,-25-1,0 1,0 0,0 50,-50 48,0-48,26-26,-1-24,25 0,0 0,0 0</inkml:trace>
  <inkml:trace contextRef="#ctx0" brushRef="#br0" timeOffset="7157">1535 81,'0'26,"50"-1,-50-1,49 26,-24-26,0 26,-25-25,25 0,0 24,-25-24,24 24,1-49,-25 25,0 0,25 0,-25 0,0-1,25-24,-25 25,0 0,24-25,-24 24,-24-24,-1 0,25-24,-25-1,0 0,1 25,24-24,-25-1,25 0,-25 0,25 0,-25 0,25 1,-25 24,25-25,0 1,0-1,-24 25,24-25,0 0,0 0,-25 25,25-25,0 1,-25 24,25-25,-25 25,25-25,-24 25,24-24,0-1,0-1,0 2,24-1,1 25,0-25,24 25,-24 0,0 0,25 0,-26 0,1 0,0 0,0 0,-25 25,24-25,-24 25,25-25,-25 24,0 2,0-1,0-1,0 1,0 0,-25-25,25 24,-24 1,24 0,-25-25,25 25,-25 0,25 0,-25-25,25 24,0 1,25-1,0-24,0 0,-25 25,24-25,1 25,0-25,0 25,-1 0,1-25,0 0,0 0,-25 25,25-25,-1 0,1 0,0 0,0 0</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7:11.77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0 917,'99'-49,"25"-75,-25 25,-25 24,-49 75,-1-25,1 25,-25-24,25 24</inkml:trace>
  <inkml:trace contextRef="#ctx0" brushRef="#br0" timeOffset="957">297 1190,'0'-25,"25"0,-1 25,-24-25,25 25,0-24,0 24,-25-25,24 0,1 25,0-25,0 25,-1-25,1 1,25 24,-50-25,24 0,1 25,0-25,0 25,-25-24,24 24,1-25,0 25,-25-25,25 25</inkml:trace>
  <inkml:trace contextRef="#ctx0" brushRef="#br0" timeOffset="11528">1113 273,'25'0,"0"49,0-24,-1 25,26 49,-25-50,-25 1,49-25,-24 49,-25-49,25 0,-1 24,-24-24,25-25,-25 25,0 0,-25-50,-24 0,-1-25,26 26,-26-1,50 0,-49 0,49 1,-25-26,0 25,-24-24,49 24,-25 0,25 0,0 0,-25 25,1-49,24-1,0 26,-25-26,25 25,-25 25,25-25,0 1,0-1,0 0,0 0,0 0,25 25,-25-24,25 24,-1-25,1 25,24-25,1 25,-1 0,-24 0,0 0,24 0,-24 0,0 0,0 0,-1 0,1 0,0 0,-25 25,25-25,-25 25,49-1,-24 1,-25 0,0 0,25-25,-25 25,0-1,0 26,0-25,-25-25,0 25,0-25,25 24,-24-24,24 25,-25-25,0 0,0 25,1-25,-1 0,0 0,25 25,-25-25,1 0,24 24,-25-24</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3:28.92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2774 373,'0'0,"75"0,-50 0,0-25,-100-25,-225-75,-275 25,-74 24,174 76,125 0,125 101,75-76,100 50,0-25,50 50</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5:57.95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75 645,'-25'0,"0"0,0-24,25-1,0 0,25 0,0 0,0 1,-1-1,26 0,24 25,1 0,-1 0,0 0,-24 0,-25 0,-1 0,1 25,0 0,24 24,1 50,-25 25,0-24,-1-26,-24-24,0-25,0-1,0 1,0 0,0 0,-24 0,24-1,-25-24,25 25,-25-25,0 25,0 0,1-25,-1 25,0-25,0 0,1 0,-1 0,0 0,25-25,0 0,0 0,0 0,0 1,0-1,0 0,25 25,0 0,24 0,1 0,-26 0,1 0,25 25,-25-25,-1 25,51-1,-75 1,24-25,1 0,-25 25,25-25,0 0,0 0,-1 0,1-25,0 0,0 1,-1 24,-24-25</inkml:trace>
  <inkml:trace contextRef="#ctx0" brushRef="#br0" timeOffset="2264">1264 124,'0'25,"-25"-25,25 25,-25 0,1-25,24 25,-25-1,25 1,-25 25,0-50,25 25,0-1,0 1,0 0,0 0,0 0,25 0,-25-1,25-24,0 25,24-25,-24 25,0-25,-1 25,1-25,0 0,0 0,-1 0,1 0,0 0,0 0,0 0,-1 0,1 0,-25-25,25 0,0 0,-1-49,-24 24,0 1,0 24,0-25,0-24,0 49,0 0,0-25,0 26,-24 24,24-25,0 0,-25 25,0 0,25-25,-25 25,1 0,-1 0,0 0,0 25,-24-25,49 25,-25-25,25 25,-25-25,25 24,-25-24,1 25,-1-25,25 25,-25-25,25 25,-25-25,25 25,-24-25,24 25,-25-25</inkml:trace>
  <inkml:trace contextRef="#ctx0" brushRef="#br0" timeOffset="4372">744 1464,'-25'0,"0"25,-25 49,1 26,24-26,25-49,0 0,-25-25,25 25,-24-1,24 1,-25 99,-25 124,-49 1,74-125,25-50,0-49,0 0,0 0,-24-25,24 24,-25 1,25 0,-25 0,25 0</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7:27.1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0,'0'49,"24"1,1 25,-25-26,50 26,-1-1,-49-24,50 24,-26-24,-24-25,0 0,0 0,25-25,-25 24,25 1</inkml:trace>
  <inkml:trace contextRef="#ctx0" brushRef="#br0" timeOffset="1267">495 49,'-25'0,"0"0,1 0,24 25,-25 0,25 0,0 0,0 0,0-1,0 1,0 0,0 0,0 0,0 0,25-25,-1 24,1-24,0 25,0-25,-1 0,1 0,0 0,0 0,0 0,-1 0,1 0,0 0,0 0,-1 0,1 0,0-25,-25 1,25-1,-25 0,24 0,-24 0,0 0,0 1,0-1,0 0,0 0,0 0,-24 25,24-25,-25 25,25-24,-25 24,0 0,1-25,-1 25,0 0,0 0,1 0,-26 0,25 0,0 0,1 0,-1 0</inkml:trace>
  <inkml:trace contextRef="#ctx0" brushRef="#br0" timeOffset="3304">594 621,'25'0,"0"0,-1 0,1 0,0 0,0 0,-1 0,1 0,0 24,0-24,-1 0,1 0,-25 25,25-25,0 25,0-25,-1 0,1 0,25 25,-26-25,1 0,0 25,0-25,-1 25,1-25,0 0,0 0,0 24,-1 1,26-25,-25 25,24 0,-24-25,-25 25,25-25,-1 0,1 25,0-25</inkml:trace>
  <inkml:trace contextRef="#ctx0" brushRef="#br0" timeOffset="4609">1411 1390,'0'0,"0"-25,0 1,-24-1,-1-25,25 25,0 0,0 1,0-1,0 0,0 0,0 0,25 0,-25 1,24 24,1-25,0 25,0 0,-1 0,1 0,0 0,0 25,0-25,-25 49,24-49,-24 25,0 0,0 0,25 0,-25-1,0 1,0 25,0 24,0-49,0 0,0 0,0 0,0 0,-25 24,25-24,0 0,0 0,-24-25,24 25,0-1,-25-24,25 25,-25-25,0 0,25-25,0 1,0-1,0 0,50 0,-25 0,-1 25,1 0,0 0,0 0,24 0,-24 0,0 0,-1 0,1 0,0 0,25 0,-26 0,1 0,-25-25,50 25,-50-24,0-1,24 25</inkml:trace>
  <inkml:trace contextRef="#ctx0" brushRef="#br0" timeOffset="6634">2055 1192,'0'24,"0"1,0 0,25 0,0 0,-25 0,25-1,-1-24,1 25,0-25,0 0,0 0,-1 0,1-25,-25 1,25-1,-25 0,0 0,25 25,-25-25,0 0,0-24,0 24,0-25,0 25,0 1,-25-1,25 0,-25 25,0 0,1-25,-1 25,0 0,0 0,0 0,1 0,-1 0,0 0,0 0,25 25,-24-25,24 25,0 0,-25-25,25 24,0 1,0 0,-25 0,25 25</inkml:trace>
  <inkml:trace contextRef="#ctx0" brushRef="#br0" timeOffset="9050">1981 1862,'0'25,"0"0,0 0,0 24,0 26,0 24,0 0,0-74,0 0,0 25,0-25,0-1,0 1,0 0,0 0,0 0,0 0</inkml:trace>
  <inkml:trace contextRef="#ctx0" brushRef="#br0" timeOffset="10191">1882 3153,'25'25,"0"25,24 24,1 1,-26-50,-24 24,25-49,-25 25,25-25</inkml:trace>
  <inkml:trace contextRef="#ctx0" brushRef="#br0" timeOffset="11272">2303 3029,'-25'0,"1"0,-1 25,0-25,25 25,-25-25,25 25,0-1,0 1,0 0,0 0,25 25,0-26,-25 1,25 0,-25 0,24-25,1 25,-25 0,25-25,-25 24,25-24,-1 0,1 0,-25-24,25 24,-25-25,25 25,-1 0,-24-25,25 25,0 0,0 0,-1 0,1 0,0 0,0 0,0 0,-25 25,24 0,1-1,-25 1,25 0,-25 0,0 0,0 24,-25-24,0 0,1 50,-26-75,50 49,-25-49,25 25,-25-25,1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7:40.4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1039 0,'-24'0,"-1"24,25 26,-50 24,1 1,49-1,-25-24,0-25,25 0,0-1,0 1,0 0,0 0,-24-25,24 25,0 0,0-1,-25-24,25 25,-25-25,25 25,-25 25</inkml:trace>
  <inkml:trace contextRef="#ctx0" brushRef="#br0" timeOffset="1336">520 1116,'0'-24,"-25"24,25 24,0 1,0 50,49-26,26 26,73-1,1 25,-1-49,-74 0,1-25,-51-1,1 1,-25 0,0 0,-25 0,1-1,-1-24,0 0,0 0,1 0,-1 0,0-24,0-76,1 51,24-1,0 0,0 1,-25-1,25 1,0-26,0 25,0 1,0 24,0 0,0 0,0 1,25-1,-25 0,0 0,0 0,0 0,0 1,-25-1,0 0,-24 0,24 25,-25-25,26 25,-1 0,0 0,0 0,1 0,-51 0,-24 100,-49 49,-25 74,24 25,75-74</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3:00.48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0 519,'0'0,"50"-24,49-26,0-49,0 25,-49 49,-25-24,-1 49,1-25,0 25,-25-25</inkml:trace>
  <inkml:trace contextRef="#ctx0" brushRef="#br0" timeOffset="1044">695 50,'-25'0,"0"0,25-25,-25 25,25-25,75 25,98 50,-24 73,-25 26,-99-51,24-48,-49-25,0-1,0 1,0-1,0 1,0 0,0-1,-24-24,-1 25,0-25,50 0,0 0,-1 0,1 0,0 0,25 0,24-25,75-49,49 1</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2:44.1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174 53,'0'-24,"-25"24,25-25,25 25,0 0,0 0,-1 0,1 0,0 25,-25-1,0 1,0 0,0 0,0 0,0-1,-25 26,25 0,-25-50,25 24,0 1,-24-25,-1 0,50 0,-25 25,24-25,-24 25,25-25,-25 25,25-25,-25 24,0 0,25 1,-25 0,0 24,0-24,-25 25,0-1,-24 1,24-25,0-25,25 25,-25-25,0 24,1-24,-1 0,0 0,0 0,25-24,-25-1,25 0,0 0,0 0</inkml:trace>
  <inkml:trace contextRef="#ctx0" brushRef="#br0" timeOffset="2111">596 153,'0'-25,"0"0,0 0,0 0,25 25,-1 0,1 0,0 0,0 0,0 0,-1 0,-24 25,0 0,25 0,-25 0,0-1,0 1,0 25,-25-25,25-1,-24 1,24 0,-25 0,25 0,-25-25,0 0,25 24,0 0,-25-24,1 0,24 25,24-25,-24 25,50-25,-50 25,25-1,24-24,-24 25,25 0,-25 0,24 0,-24-25,25 49,-26-49,-24 25,25-25,0 0,0 0,-25 25</inkml:trace>
  <inkml:trace contextRef="#ctx0" brushRef="#br0" timeOffset="4040">720 1119,'0'-25,"25"25,-1 0,76 50,-26 24,0-24,1-2,-50 2,24-25,-49 0,25-25,0 24,-25 1,25-25,-25 25,49 0,-49 0,25-1,-25 1,25-25,-25 25,25-25,-25 25,25-25,-1 25,1-1,-25 1,25-25</inkml:trace>
  <inkml:trace contextRef="#ctx0" brushRef="#br0" timeOffset="5649">1489 2233,'0'0,"0"25,0 0,25-25,-25 25,24 24,-24-24,0 0,0 0,0 24,0-24,0 0,0 0,0-1,25 1,25-25,-25 0,-1 0,1 0,0 0,0 0,0-25,-1 25,-24-24,0-1,25 25,-25-25,0 0,0 0,0 1,0-1,0 0,50 75,49 74,-25-25,-23 0,-1-49,-50-26,0 1</inkml:trace>
  <inkml:trace contextRef="#ctx0" brushRef="#br0" timeOffset="8057">2085 2061,'0'24,"0"1,0 0,0 0,0 23,0-23,0 25,0-25,25-1,-25 1,25 0,-25 0,24-25,-24 25,25-1,-25 1,25-25,0 25,0 0,-1 0,1-25,0 0,0 0,0 0,-1 0,1 0,-25-25,25 25,-25-25,0 0,0 0,0 1,0-1,0 0,-25 0,25 0,-25 25,25-24,-24 24,-1 0,0 0,0 0,0 0</inkml:trace>
  <inkml:trace contextRef="#ctx0" brushRef="#br0" timeOffset="10081">2532 3249,'-25'0,"25"-25,25 25,-1 0,1 25,0 0,0-25,-25 25,25-25,-25 25,24-1,26 26,-25 0,24-26,-49 1,25 0,0 0,0 0,-25-1,25 1,-1 25,1-50,0 49,-25-24,25-25,-25 25,0 0,25-25,-25 25,24-25,1 24</inkml:trace>
  <inkml:trace contextRef="#ctx0" brushRef="#br0" timeOffset="11509">3102 4389,'25'25,"24"74,26 50,-1-75,-49 0,0-25,-25-24,25-25,-25 25,24-25,-24 25,25-25,0 0,0 0,0-25,-25 0,0 0,0 1,0-50,0 25,0-1,-25 25,25 0,0 1,-25 24,50 74,74 74,0 1,-24-25,-75-75,25-49,-1 25,-24 0,0 0,25-25</inkml:trace>
  <inkml:trace contextRef="#ctx0" brushRef="#br0" timeOffset="13041">3921 4290,'0'0,"-25"0,25 25,-25-25,25 49,-25-24,0 25,25-1,0 1,-24-25,24 0,0 24,0-24,24 0,-24 0,25-25,-25 24,25-24,0 0,0 25,-1-25,1 24,0 1,25 0,-26 24,26-49,-50 50,25-50,-25 25,0-1,0 1,0 0,0 0,-25-25,0 0,0 0,1-50,-1 1,25 24,0-25,0-24,0 0,0 0,0 24,0-24,25 24,-25 26,0-26,0 25,0 0,0 1</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3:09.29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25,'0'25,"0"0,0-1,0 1,0 25,0-25,25-25,-25 49,0-24,0 0,0 0,25-1,-25 1,25-25,-25 25,0 0,25-25,-1 0,1 0,0 0,0-25,0 25,-1 0,-24-25,26 25</inkml:trace>
  <inkml:trace contextRef="#ctx0" brushRef="#br0" timeOffset="1686">50 124,'25'0,"-25"-25,25 25,-1 0,1 0,-25-24,25 24,0 0,0 0,-25-25,24 25</inkml:trace>
  <inkml:trace contextRef="#ctx0" brushRef="#br0" timeOffset="3284">497 50,'25'0,"0"0,0 0,0-25,-1 25,1 0,0 0,-25-25</inkml:trace>
  <inkml:trace contextRef="#ctx0" brushRef="#br0" timeOffset="4298">572 248,'25'-25,"-1"25,26-24,0 24,-25 0,-1 0,52-25,-51 25,-1-25,1 25,0 0,0 0,0 0,-1-25,1 25</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4:00.21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52 0,'0'0,"-26"0,26 25,-26-25</inkml:trace>
</inkml:ink>
</file>

<file path=ppt/ink/ink2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4:11.9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0 248,'25'50,"0"49,48 25,-23-25,-50-49,0-24,24-26,-24 24,0 1,0 0,0 0,0 24,0-24,0 0,0 0,-24-25,-1 0,0 0,1-50,24 25,0 1,0-1,0 0,0-25,0 26,24 24,1-26,0 1,-1 25,1 0,0 0,0 0,0 0,0 0,-1 0,0-25,1 25,0-25,0 1,-1-1,-24 0,0 0,25 25,-25-25,0 1,0-1,0 0,0 0,0 0,-25 0,25 1,-24 24,24 24,0 1,0 0,0 0,0 49,49 75,26 1,-2-51,-48 25,49-49,0 49,-50-50,1-24,-25-26</inkml:trace>
  <inkml:trace contextRef="#ctx0" brushRef="#br0" timeOffset="2552">889 0,'0'25,"0"0,0-1,0 26,-25-50,25 25,0 0,0-1,0 1,0 0,0 49,-25 51,25-26,0 0,0-24,0-50,0 0,0 0,0 0,0-1,0 1,25-25,-25 25,25-25,-25 25,25 0,0-25,-1 0,-24 24,25-24,0 0,-25 25,25-25,-1 0,0 0,1 0,0 0,-25-25,0-24,25 24,-25 0,0-24,0 24,0 0,0 0,0 0,0-25,0 25,-25-25,25 26,-25-1,25 0,0 0,-25 25,25-25,-24 25,0 0</inkml:trace>
</inkml:ink>
</file>

<file path=ppt/ink/ink2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4:57.67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1173 917,'0'-25,"0"50,0 0,-50 73,2 26,-2 98,-23-24,23-25,25-74,25-24,0-51,0 1,0 0,-24-25,24 25,0 24,-24 25,24-49,0 0,0-1,0 1,0 0,0 0,0 0,-25-1,25 1,0 0,-25 0,25-1</inkml:trace>
  <inkml:trace contextRef="#ctx0" brushRef="#br0" timeOffset="1151">632 2474,'-25'0,"50"0,24 0,-49 25,24 0,1 0,-1 0,26-1,-25 26,23-25,2 24,-50-24,25-25,-1 25,0 0,1-25,-25 25,25-2,0-23,-1 25</inkml:trace>
  <inkml:trace contextRef="#ctx0" brushRef="#br0" timeOffset="2446">1075 2450,'0'0,"-25"0,0 0,0 0,-73 124,0-25,24 0,49-74,25 0,-24-25,24 23,-25-23,25 25,-24 0,-1 25,-24-1,49-24,-25-25,25 25,-24 0,-1 0,25-1,-49 1,49 25,-25-50,25 24,-24-24,24 24,-25-24</inkml:trace>
  <inkml:trace contextRef="#ctx0" brushRef="#br0" timeOffset="6168">681 2747,'0'-25,"0"1,24 48,-24 1,0 0,25-25,-25 25,24 0,1-25,0 0,0 0,-1-25,-24 0,24 25,-24-25,0 0,0 1,0-1,0 0,-24 25,0 0,24 25,0 0,0-1,0 1,0 0,24-25,0 0,1 0,0 0,0-25,-1 0,0 1,-24-1,0 0,0 0,0 0,-48 25,-2 0,-23 0,48 0,-25 0,26 0,-1 0,25 25,-24-25,24 25,-25 0,25 0,-24 24,24 1,0-25,0-2,0 2,0 0,24-25,1 0,-1 0,1-50,-1 27,1-2,-25 0,0 0,0 0,0 1,-25 24,-24 49,-49 74,24 51,25-25,24-51,25-48,0-26,25 1,0-25,24 0,0-25,-24 25,-1-24,74-26,-48-48,-1 23,-25 26,-24 24,0 0,25 0,-25 0,0 1,-25 24,1 0,0 0</inkml:trace>
  <inkml:trace contextRef="#ctx0" brushRef="#br0" timeOffset="13397">1321 2227,'0'0,"0"25,0 0,0 25,0-1,23-24,-23 0,0-1,0 0,0 1,25-25,0 0,0 0,0 0,-2 0,-23-25,25 1,-25 0,25 24,-25-50,25 50,-25-25,0 1,0-1,0 0,0 0,0 0,0 1,0 48,0 26,0 0,24-50,-24 24,24 1,-24 0,0 0,0-1,25 0,-25 26,0-25,0 0,25-1,-25 1,25 25,-25-25,0-1,0 1,0 0,0 0,0 0,0-2</inkml:trace>
  <inkml:trace contextRef="#ctx0" brushRef="#br0" timeOffset="16205">1812 2277,'-24'0,"24"25,0 0,0 24,0-24,0 0,0-1,0 0,0 1,0 0,0 25,24-26,-24 1,24 0,-24 0,25 0,-25-1,25-24,-25 25,25-25,-1 0,-24 25,25-25,-1-25,-24 0,25 1,-1-1,-24 0,0 0,25 25,-25-25,0 1,0-1,25 0,-25 0,0 0,0 1,0 0,0-1,0 0,-25 0,25 1,0-1,-25 25,25-25,-24 25,-1 0,25-25,-24 25,24-25,-25 25,1 0,-1 0,0 0,0 0,1 0,0 0</inkml:trace>
  <inkml:trace contextRef="#ctx0" brushRef="#br0" timeOffset="18970">1763 2227,'-98'-172,"-123"-323,-2 49,125 100,-25 124,25 48,0 25,24 51,0 48,0 1,1 24,48 25,-24 0,0 0,-25 0,25 50,24-50,-24 99,25-51,-51 27,51 24,-25 123,49-23,0 23,49 1,98-1,-24-23,-24-76,-25-74,-25 1,25-25,-1 24,26-24,-1 0,-24 0,-25-25,1 0,23 0,-23 0,-27 0,27 0,-25 0,48 0,25-50,1-24,24-25,-24 74,-51-25,-23 25,0 2,0 23</inkml:trace>
</inkml:ink>
</file>

<file path=ppt/ink/ink2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6:08.4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115 178,'0'0,"-25"0,25 24,0 25,0 26,0 24,0 0,0-26,0-23,0-25,0 0,0 0,25-1,-25 1,0 0,0 0,0 0,0-1,0 0,0-97,-25-26,0-1,-24 2,49 24,0 24,0-49,0 74,0 0,0 0,0 1,0 0,0-1,0 0,25 0,-1 1,1 24,0-25,-1 25,1 0,0 0,-1-25,1 25,-1 0,1 0,0 0,-1 0,1 25,-25 0,24-25,-24 24,0 1,25-25,-25 25,0 24,-25-49,25 24,-24-24,24 25,-25-25,1 0,-1 25,25 0,-25-25,1 0,-1 0,1 0,24 25,-25-25,0 0,25 24,-24-24</inkml:trace>
  <inkml:trace contextRef="#ctx0" brushRef="#br0" timeOffset="1891">410 524,'25'0,"-1"0,26 0,-1-25,0 0,0 25,0-24,-24 24,0-25,24 25,-24 0,-1 0,1-25,-1 25,1 0</inkml:trace>
  <inkml:trace contextRef="#ctx0" brushRef="#br0" timeOffset="2888">558 672,'24'0,"50"-25,-25 0,25 25,-49-25,24 25,-24 0,-1 0,1 0,0 0,-1 0,1 0,-1 0</inkml:trace>
  <inkml:trace contextRef="#ctx0" brushRef="#br0" timeOffset="4081">1321 202,'-25'0,"0"0,25-24,0-1,0 0,25 25,24 0,0 0,-24 25,0-25,-25 25,0-1,0 0,0 1,-25 0,25 0,25-25,0 0,-1 0,1 0,-25 25,24-25,1 24,0 1,-1 0,-24 0,25-25,-25 25,24-1,-24 1,0 0,0-1,0 1,-24-25,24 24,0 1,-25-25,1 25,-1-25,0 25,1-25,-25 0,24 0,0 0,0 0,1 0</inkml:trace>
  <inkml:trace contextRef="#ctx0" brushRef="#br0" timeOffset="6003">1911 79,'-24'0,"-1"0,1 0,-1 0,0 0,25-25,0 0,0 0,25 25,0 0,24 0,-25 0,26 50,23 49,-23-26,-50 2,24-26,1 26,-1-50,-24-1,0 1,0 0,-24-1,24 1,-25-25,-24 24,24 1,1-25,-1 0,25 25,-24-25,48 0,1 0,-1 0,26 25,-26-25,1 0,-1 0,26 0,-25 0,-1 0,0 0,26 0,-25 0,-1 0,0 0,1 0</inkml:trace>
  <inkml:trace contextRef="#ctx0" brushRef="#br0" timeOffset="27192">2182 821,'-25'0,"25"-25,25 25,0 0,0 0,23 50,-23-50,25 48,-26-23,25 25,-49-26,25-24,0 0,-25 25,24-25,-24 25,24 0,1 0,0-1,0 1,-1 0,-24 0,25-25</inkml:trace>
  <inkml:trace contextRef="#ctx0" brushRef="#br0" timeOffset="29270">2502 1488,'0'25,"0"0,0 0,0 0,0-2,0 2,0 25,0-25,0-1,0 1,0 0,24-25,1 0,0 0,0 0,-1 0,1 0,-1 0,1 0,0 0,-1 0,-24-25,25 25,-1 0,1-25,0 25,-25-24,25 24,-25-25,0 0,24-25,-24 27,0-2,0 0,0 0,0 0,0 1,0-1,0 50,0-1,24 26,-24-25,25 0,-25-2,25 2,0 0,-25 0,24 0,-24-1,0 1</inkml:trace>
  <inkml:trace contextRef="#ctx0" brushRef="#br0" timeOffset="31110">3216 1414,'-25'0,"25"25,-25 0,25-1,-24 1,24 0,0 0,0 0,0-2,0 2,0 0,24-25,1 0,-25 25,25-25,0 0,-1 0,0 0,1 0,0 0,0 0,-1 0,0 0,-24-25,0 0,0 0,0 2,25-2,-25 0,0 0,0 0,0 1,0-26,0 25,0 0,0 1,0-1,-25 25,25-25,-24 25,24-25,-24 25,-1 0,0 0,0 0,1 0,0 0,-1 0,25 25,-25-25</inkml:trace>
  <inkml:trace contextRef="#ctx0" brushRef="#br0" timeOffset="32456">3191 1315,'0'25,"-25"-1,25 1,0 0</inkml:trace>
</inkml:ink>
</file>

<file path=ppt/ink/ink2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8:03.9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1094 915,'0'-25,"25"0,-1 0,-24 1,50 24,-50-50,25 50,-25-25,25 0,-1 25,-24-24,25 24,-25-24,25-1,-25 0,25 25,-25-25,25 25,-25-24,23 24,-23-25,0 0,25 25</inkml:trace>
  <inkml:trace contextRef="#ctx0" brushRef="#br0" timeOffset="1252">1415 272,'0'-25,"0"0,0 0,0 1,0-1,50-24,0 24,-26 1,1-1,0 25,0 0,0-25,-1 25,1 0,0 0,0 0,-25 25,25-25,-25 25,24-1,1 26,-25-26,0 1,25 24,-25-24,0 0,0 0,0 24,0-24,0 0,0-1,0 0,0 1,0 0,0 0,-25 0,25 0,-25-25,1 0,24 24,-25-24,0 0,50-24,0 24,-1 0,1 0,0 0,0 0,0 0,-1 0,0 0,26 0,-25 0,-1 0,1 0,0 0,0 0,0 0,-1 0,1 0,0 0</inkml:trace>
  <inkml:trace contextRef="#ctx0" brushRef="#br0" timeOffset="5836">425 1211,'-25'0,"0"0,1 0,24 25,-25-25,25 24,-25-24,0 0,25 25,-24-25,24 25,-24-25,24 24,-25-24,25 25,-25-25,0 25,25 0,-25-25,25 25,0-1,-24 1,24 0,-25-25,0 24,25 1,0 0,-25 24,0-24,25 25,0-1,0-24,0 24,0-25,0 1,0 0,0 0,0 0,0-1,0 1,25-25,0 25,0-25,-25 25,25-25,-1 0,1 0,0 0,0 0,0 0,-1 0,25 0,-24 0,24 0,1 0,-25 0,25-25,-1 25,-24-25,0 0,49 25,-24-24,-25-1,-1 0,1 25,0 0,-25-25,24 25,25-49,26 24,24-49,-74 50,24-1,-24 0,0 25,-25-25,25 25,-25-49,25 49,-1-25,1 25,-25-49,25 49,-25-25,25 0,0 1,-2-1,27 0,-25 0,-25 0,25 25,-25-24,0-1,25 25,-25-25,0 1,0-1,0 1,0-1,-25-25,0 25,25-24,-25 49,25-25,-50 25,50-25,-48 25,23-24,0 0,0 24,1 0,-1-25,0 25,-25 0,26 0,-1 0,0 0,-49 0,49 0,-25 0,25 0,25 25,-24-25,-1 24,1-24,-1 0,0 0,1 24,-1-24,0 0,0 25,0 0,1-25,-1 25,0-25,0 0,25 24,-25-24,1 25,-1 0,0 0,-25 0,50-1,-25 1,1-1,24 1,-50 0,25-1,1 1,24 0,-24 0,-1-25,25 25,-25-25,25 24,0 1,-25-25,25 25,0-1,-25-24,1 50,24-26,0 1,-25 25,0-25,25-1,-25 1,25 0,0-1,0 1,-25-1,25 1,0 0,0 0,0 0,0 24,25-49,-25 25,25 24,0-49,0 24,-25 1,24-25,-24 25,25-25,0 0,-25 25,50-25,-26 25,0-25,1 0,25 0,-1 0,-24 0,50 0,-1-50,-24 25,-26 25,26-49,-25 49,24-49,-24 24,24-24,50-1,-49 0,-1 1,1 25,-25-26,-1 50,-24-24,25 24,-25-25,0 0,25 25,0-25,-25 0,25 25,-25-49,24 49,-24-25,25 25,-25-24,0-1,0 0,25 25,-25-24,25 24,-25-25,0 0,0 0,0 0,25 25,-25-24,0-1,0 0,0 1,0-1,0 1,-25-1,0 25,25-25,-25 25,0-25,-24 0,24 25,0 0,0 0,1 0,-1 0,0 0,0 0,0 0,1 0</inkml:trace>
</inkml:ink>
</file>

<file path=ppt/ink/ink3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58.3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0 149,'25'25,"-25"0,24-1,1 1,-25 1,25-1,-25 0,25-1,0 26,-25-25,24 0,1-1,-25 1,-25-25,1-25,-1 1,-25-1,50 0,-25 25,25-25,-24 0,24 1,-25 24,25-50,0 24,0 1,0 1,0-1,0 0,0 0,0 0,0 1,49 24,-49-25,50 25,-25-25,0 25,24-25,-24 25,25 0,-25 0,-1 0,1 0,-1 25,-24 0,0 0,0 24,0 26,-49 0,25-1,-1-49,0 0,25 0,-25-25,25 25,25-25,25 0,-1 0,-25 0,26 0,-1 0,-24 0,25 0,-26 0,1 0,25 0,-25 0,-1 0,1 0</inkml:trace>
</inkml:ink>
</file>

<file path=ppt/ink/ink3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46.42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251 520,'0'-24,"25"24,-25 24,0 1,0 50,0-50,0-1,0 1,0 0,0 25,0 24,0 50,0 0,0-74,0-26,0 1,0 25,0-1,0 75,-25-24,0-1,25-74,0 0,0-1,0 1,0 0,0 0,0 0</inkml:trace>
  <inkml:trace contextRef="#ctx0" brushRef="#br0" timeOffset="1748">28 2034,'0'-25,"-25"25,25 25,0-1,0 26,0-25,0 24,25-24,-25 25,0-25,25-25,-25 24,0 1,25-25,-25 25,24-25,-24 25,25-25,0 0,0 0,0 0,-1 0,1 0,0 0,0 0,0-25,-25 0,0 0,0 1,0-1,0 50,24-1,-24 26,0-25,25 0,-25-1,0 1,0 0,25 0,-25 0,0-1,0 1,0 0,25-25,-25 25,0 0</inkml:trace>
  <inkml:trace contextRef="#ctx0" brushRef="#br0" timeOffset="3630">623 2282,'-25'0,"25"24,0 1,0 0,0 0,0 0,0-1,0 1,0 0,0 0,0 0,0-1,25-24,-25 25,25 0,0-25,-25 25,25 0,-1-25,-24 24,25-24,0 0,0 0,0 0,-1 0,1 0,-25-24,25-1,-25 0,0 0,25-24,-25 24,0-25,0 25,0 1,-25-1,25 0,-25 0,0 0,25 1,-24-1,-1 0,0 25,0 0,25-25,-25 25,1 0,-1 0,0 0,0 0</inkml:trace>
  <inkml:trace contextRef="#ctx0" brushRef="#br0" timeOffset="14715">2087 421,'25'99,"24"-49,-24 25,74 49,-24 0,-51-100,1 26,0-25,-25 0,0-1,-25-48,25-51,-49 1,-1 24,25-49,-49-25,24-50,1 25,-1 75,50 24,0 26,-25-1,25 0,-25 25,25-25,0 0,25 1,25 24,-25 0,-1 0,1 0,0 0,0 0,0 24,-1 1,1-25,-25 25,0 0,0 0,0-1,0 1,0 0,0 0,-25-25,25 25,-24-25,24 24,0 1,-25-25,25 25,0 0,25-25,-1 0,1 0,0 0,25 0,-1 25,1-1,-1-24,-24 25,25-25,-50 25,49-25,-24 0,0 25,0 0,0-25,-1 0</inkml:trace>
</inkml:ink>
</file>

<file path=ppt/ink/ink3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1:23.56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2 303,'0'-25,"0"1,0-1,25 0,25 0,-25 0,-1 25,0-24,-24 0,25 24,0 0,0 0,-1-25,1 25,0 0,-25 25,0-1,0 0,25 26,-25-25,0 0,0-1,0 1,0 0,0 0,-25-25,25 24,25-24,0 0,-25-24,24 24,1 0,0 0,-1 24,1 1,-25-1,0 1,0 0,24 0,-24 0,0-1,0 1,0 0,-24-25,24 24,-25-24,1 0,24 25,-25-25,0 0,25 24,-24-24,-1 0,0 0</inkml:trace>
  <inkml:trace contextRef="#ctx0" brushRef="#br0" timeOffset="2448">621 130,'-25'0,"25"-24,-25 24,25-25,-25 25,25-25,0 0,25 25,-25-24,25 24,0 0,24 0,-24 0,24 0,-25 0,26 24,-25 26,0-50,-1 25,-24-1,0 0,0 1,0 25,0-25,0-1,0 1,0 0,-24-25,-1 25,0-25,25 24,-25-24,0 0,25 25,-24-25,48 0,1 0,0 0,0 0,0 0,-25 24,24-24,1 0</inkml:trace>
  <inkml:trace contextRef="#ctx0" brushRef="#br0" timeOffset="4781">942 624,'50'0,"-26"0,25 0,1 0,-26 0,1 25,0-25,0 24,0-24,-1 0,1 0,0 25,-1-25,1 0,-25 25,24-25,1 0,-25 25,25-25,-25 25,25-25,0 0,-1 24,1-24,0 0,-25 25,25-25,0 0,-25 25,24-25,-24 24,24-24,1 0,-25 25,25-25,25 0,-50 24,24-24,1 0,0 25,0-25,-25 25,25-25,-1 0,0 0,1 0</inkml:trace>
  <inkml:trace contextRef="#ctx0" brushRef="#br0" timeOffset="9272">1906 1291,'24'0,"-24"25,25 0,-25-1,25-24,0 25,-25-1,0 1,24-25,1 25,-25 0,25 0,-25 0,0-1,25-24,-25 25,25-1,-25 1,0 0,0-1,0 1,-25-25,0 0,0 0,25-25,0 1,0-1,0 0,0 1,25 24,0-25,0 25,-1 0,1 0,0 0,-1 0,1 0,-1 0,-24-24,25-1,-25 0,25 25,-25-25,0 0,0 0,0 1,0-1,0 1,0-1,0 0,0 50,25 0,0-1,-1 1,-24-1,25-24,-25 25,25 0,-25 0,25 0,0-25,-2 49,-23-24,25-25,0 0,-25 24,0 1,25-25</inkml:trace>
  <inkml:trace contextRef="#ctx0" brushRef="#br0" timeOffset="12489">2623 1167,'0'25,"0"0,0 0,24 0,-24-1,0 1,25-25,-25 25,25-1,0 1,0-1,0 1,-1 0,0-25,-24 25,50-25,-25 0,-1 0,-24-25,25 0,-25 0,0 1,0-1,0 1,0-1,0 0,0 1,0-1,0 0,-25 0,1 0,-1 1,0 24,25-25,-25 25,1-24,0 24,-1 0,0 0,0 0,0 0,25 24</inkml:trace>
</inkml:ink>
</file>

<file path=ppt/ink/ink3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21:04.7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2010 243,'-25'0,"25"-23,-25 23,1 0,-1 0,0-25,0 25,0 0,1 0,-26 0,25 0,-25 0,1 0,-50 0,24 0,1 0,-1 0,26 0,-1 0,1 0,-51 0,25 0,-49 0,50 0,-1 0,50 0,-24 0,24 0,0 0,0 0,-24 0,24 0,0 0,0 0,0 0,1 0,-1 0,0 0,0 0</inkml:trace>
  <inkml:trace contextRef="#ctx0" brushRef="#br0" timeOffset="1719">670 0,'0'25,"-50"-1,25-24,-25 25,26-2,-26 2,-49 24,0-25,24 24,26 1,24-49,0 0,25 25,-25-25,0 24,1-24,-1 0,25 24,25-24,-1 0,1 24,0-24,0 0,24 0,26 0,-26 0,1 25,49-25,0 24,26 1,-51-2,0-23,-24 0,0 0,-26 0,26 0,-24 0,-1 0,-1 0,1 0,0 0</inkml:trace>
</inkml:ink>
</file>

<file path=ppt/ink/ink3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2:30.64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3672 867,'0'-50,"-24"25,-26-24,25-25,-24 50,24-26,-25 0,50 1,-49 24,24-25,-25 26,50-26,-74 0,49 25,-25-24,-24-1,0 1,24 24,-49-25,-1 25,1 25,0 0,0 0,0-24,24 24,1 0,24 0,25 0,1 0,-26 0,25 0,0 0,-24 0,24 0,25 24,-50-24,25 0,1 0,-27 0,-23 25,24 0,-24 0,24-25,25 0,-24 25,24-25,0 0,0 0,-24 24,-1-24,-24 50,-1-25,1 0,24-1,25-24,1 25,-1-25,0 0,0 25,-74 25,0-1,49-24,-49 50,49-51,25 26,1-50,-1 25,25 0,-25-1,0 1,0-1,1 26,-26-1,25 26,0-26,1-24,24 0,0 0</inkml:trace>
  <inkml:trace contextRef="#ctx0" brushRef="#br0" timeOffset="1806">0 842,'25'0,"0"50,25-26,-50 51,49-50,-24 49,25 25,-26-49,1-25,0 24,-25-24,25-25,-25 25,0 0,25-25,-1 0,1 0,25 0,-25-50,24 0,-24 26,0-1,-25 0,25 25,-25-25,24 25,1-25,25 1,-25-26,-1 50,1-50,0 50,-25-24</inkml:trace>
</inkml:ink>
</file>

<file path=ppt/ink/ink3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2:34.22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0,'25'25,"-1"0,1 74,0 0,0-49,-25 0,0-25,25-25,-25 24,0 1,24 0,-24 0,0 0,0-1,25 1,-25 0,25-25,0 0,24 25,-23-25,-1 25,25-25,-25 0,-1 0,1 0,0-25,-25 0,0 0,25 0,-25-24,0 24,0 0,0 0,0 1,0 48,0 1,49 74,1-24,-25-1,24 1,-24-26,-25-24,25 0,-25 0,0-1</inkml:trace>
  <inkml:trace contextRef="#ctx0" brushRef="#br0" timeOffset="1766">795 174,'0'25,"0"0,0-1,0 26,0-25,0 0,24-25,-24 25,0-1,0 1,25 0,-25 0,25-25,-25 25,25 24,24 1,-49-1,26 1,-1-25,-25 0,25-25,-25 24,25-24,-1 50,1-25,-25 0,25-25,0 0,0 0,-1 0,26 0,-50-50,25-24,-25 24,0 0,0 1,0 24,0 0,0 0,-25 1,0-1,25 0,-25 25,1 0</inkml:trace>
  <inkml:trace contextRef="#ctx0" brushRef="#br0" timeOffset="3743">720 993,'0'24,"-25"-24,1 0,24 50,-50 74,25-25,-24 25,24-24,0-76,25 1,0 0,-25 0,-24 74,24 0,-25-24,25-26,25-24,0 0,0 0</inkml:trace>
</inkml:ink>
</file>

<file path=ppt/ink/ink3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2:39.10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27 299,'-25'0,"25"-24,0-1,0 2,0-2,0 0,25 25,-25-24,24-1,26 0,-25 2,0 23,24 0,-24 0,0 0,0 23,23 2,-48 0,25-25,-25 24,0 49,0-48,0 24,0-24,-25-2,25 2,0 0,-24-25,48 0,1 0,0 0,0 0,-1 0,1 24,-25 1,0-1,0 0,0 1,-25-25,25 24,-24 1,-1-25</inkml:trace>
  <inkml:trace contextRef="#ctx0" brushRef="#br0" timeOffset="1811">770 153,'0'-25,"-25"25,0 0,0 0,1 0,-1 0,0 0,0 0,0 0,25-25,0 2,0-2,0 1,50-1,-25 25,0 0,24 0,1 25,-1-1,-24 1,50 23,-51 1,25 24,-49-24,25 1,0-2,-25-23,0-1,0 1,-25-25,25 24,-25 25,0-49,1 24,24 1,-24-25,-1 0,74 0,-25 0,1 0,49 0,-49 0,0 0,25 0,-26 0,1 0,0 0,0 0</inkml:trace>
</inkml:ink>
</file>

<file path=ppt/ink/ink3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2:43.3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0,'25'0,"0"0,0 0,-1 0,1 0,25 0,-25 0,24 25,1-25,-1 25,-24-1,0-24,0 0,0 25,-1-25,26 25,-25-1,0-24,-1 0,1 25,0-25,-25 24,25-24,0 25,-1-25,1 0,0 25,0-25</inkml:trace>
  <inkml:trace contextRef="#ctx0" brushRef="#br0" timeOffset="1267">1017 519,'25'0,"25"0,-50 25,49 0,-24-25,-25 24,25-24,0 25,-1-25,-24-25,25 1,-25-1,0 0,0 0,0 0,0 1,0 48,25 1,0 0,0 0,-1 0,1-1,0 1,0 24,0-49,-25 25,24-1,1-24,-25 25</inkml:trace>
  <inkml:trace contextRef="#ctx0" brushRef="#br0" timeOffset="2579">1563 222,'0'25,"0"25,0-1,49 50,-24-50,0 1,0-25,24 24,1 0,-25-49,0 25,-1-25,1 0,0 24,-25 1,25-25,-25 25,0 0,-25-25,0 0,0 0,1 0,-1-25,0 0,25 0,-25 1,25-1,0 1,-25-1,25 0,0 1,0-1,0 0,0 0,0 0,0 1,0-1,0 1,0-1,0 0,0 0,-24 25,24-24</inkml:trace>
</inkml:ink>
</file>

<file path=ppt/ink/ink3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8:18.8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205 2430,'0'0,"0"-25,25 25,-1 0,-24-24,50 24,-25 0,0-25,24 25,1-25,-25 25,0 0,23 0,-23 0,0 0,-25 25,0 0,0-1,0 1,0 25,-25-1,0-24,0 0,25 0,-23-25,23 25,-25-25,25 25,25-25,-2 0,2 0,0 0,0 0,0 0,-1 0,-24 24,25-24,0 0,-25 25,25-25,-25 25,0 0,0 0,0-1,0 26,-25-50,25 25,-25-25,25 25,-25-1,25 1,-49-25,24 25,0-25,0 0,2 0,-2 0</inkml:trace>
  <inkml:trace contextRef="#ctx0" brushRef="#br0" timeOffset="2139">1021 2281,'0'-24,"-24"24,-1 0,0 0,0 0,0 0,1 0,24-25,0 0,24 25,1 0,0 0,0 0,0 0,-1 0,1 0,0 0,0 25,0-25,-1 0,1 49,0-24,-25 25,0-1,24-24,-24 25,0-1,0-24,0 0,0 0,0 0,-24-25,24 49,-25-49,25 25,-25-25,1 0,24 25,-25-25,0 0,25 25,-25-25,0 0,1 0,-1 0,25-25,0 0,0 0,0 1,0-1,0 0,0 0,49 25,-24 0,0 0,0 0,0 0,24 0,0 25,-49 0,25-25,-1 25,1-25,0 0,-25 24,25 1,0-25,-1 25,1-25,0 0,0 0,0 0,0 0,-1 0,0 0,1-25,-25 0,0 1,0-1,25-25,-25 0,0 1</inkml:trace>
  <inkml:trace contextRef="#ctx0" brushRef="#br0" timeOffset="4956">57 2157,'0'0,"0"25,0 0,-25-25,25 25,0 0,0 24,0-24,-25 0,25 24,0-24,0 0,0 0,0 0,0-1,0 51,0-50,0 0,0-1,0 1,0 0,0 0,0 0,25 24,0 1,0-25,0 24,24-24,-25 0,1 24,0-24,24 0,-24 0,0-25,-25 25,25-25,0 0,-1 0,1 0,0 0</inkml:trace>
  <inkml:trace contextRef="#ctx0" brushRef="#br0" timeOffset="6294">1244 1563,'24'0,"1"0,0 0,0 0,0 24,-1 1,26-25,-50 25,25-1,0-24,0 25,23 25,-23-25,0-1,0 1,-25 0,24 0,1-25,-25 25,25-1,-25 26,25-50,0 25,-25 0,24-1,-24 1,0 0,0 0,25 0,-25 24,25 1,-25-25,0-1,0 1,0 0,0 0,0 0,0-1,0 26,0-25,0 0,0-1,0 1,0 0,0 0,0 0,0 0,-25-1,0 26,1-50,24 50,-75-1,26 1,24-1,0-24,0 0,1-25,24 25</inkml:trace>
  <inkml:trace contextRef="#ctx0" brushRef="#br0" timeOffset="8154">107 1042,'24'25,"-24"0,25-25,-25 25,0-1,24 1,-24 25,25-50,-25 25,25-1,-25 1,24 0,-24 0,25 0,0 24,-25-24,25-25,-25 25,25-25,-25 25,25 0,-1-25,-24 24,25-24,0 0,0 0,0 0,-2 0,2-24,0-1,0 0,-25 0,49 0,-49-24,25 24,0 0</inkml:trace>
  <inkml:trace contextRef="#ctx0" brushRef="#br0" timeOffset="9800">180 1216,'25'0,"0"0,-1-25,1 0,0 25,0 0,-25-25,25 25,0-24,-1 24,-24-25,25 25,-25-25,25 25,-25-25</inkml:trace>
  <inkml:trace contextRef="#ctx0" brushRef="#br0" timeOffset="10748">725 596,'0'25,"0"-1,0 1,-25-25,0 25,25 0,0 0,0-1,0 1,0 0,0 0,25 0,0-1,0-24,-1 0,26 0,-50-24,25-1,-1-25,0 50,-24-25,0 1,0-1,0 0,0 0,-24 0,0 25,-1 0,0 0,0 0,1 0,24 25,-25 0,0 25,25-26,0 1,-25 25,25-25,0-1,0 1,0 25,0-25,0-1,0 26,0-25,0 0,0-1,0 1,25 0,-25 25,25-50,-25 24,25-24,-1 25,1 0,-25 0,25-25,0 0,-1 25,0-25,1 24,25-24,-1 0,1 0,-25 0,0 0,24-49,0 24,0 0,-24 0,0 1,-25-1</inkml:trace>
  <inkml:trace contextRef="#ctx0" brushRef="#br0" timeOffset="12783">1195 769,'0'0,"24"0,-24 25,49-25,-49 50,25-25,-25-1,25-24,-25 25,25-25,-50 0,25-25,-25 1,25-1,0 0,0 0,0 0,0 1,25 24,0 0,0 0,24 0,1 24,0 1,-26 0,0 0,1 0,-25-1,25 1,-25 0,0 0,-25-50,25 0,0 0,-25 1,25-1,0 0,0 0,0 0,0 1,0-1,25 0,0 25,0 0,-1 0,1 0,0 0,-25 25,25 24,0-49,-25 25,0 0,24-25</inkml:trace>
  <inkml:trace contextRef="#ctx0" brushRef="#br0" timeOffset="14562">1912 546,'24'25,"-24"0,0 0,25 24,0-24,0 74,-25-24,24-26,1 1,0-1,-25 1,0-25,0 0,-25-25,-24-50,-1 0,1-24,0-25,24 0,0-1,-24-48,49 98,0 0,0 1,0 24,0 0,0 0,0 0,0 1,24 24,-24-25,25 25,0 0,0 0,24 49,0 1,1 24,-26 26,-24-26,0-24,25-25,-25 24,0 1,0-25,0-1,0 1,0 0,0 0,-25-25,25 25,-24-25</inkml:trace>
  <inkml:trace contextRef="#ctx0" brushRef="#br0" timeOffset="17700">849 1166,'-25'0,"0"0,0 25,1-25,-1 25,0-25,0 0,0 25,1-25,-1 0,0 24,0-24,25 25,-25-25,100-99,395-298,-149 149,-246 174,122-75,-97 25,72 0,-122 74,-50 25,25 25,-75 25,-98 124,-173 99,97-49,77-51,47-73,51-26,24-24,25 0,-25-25,25 25,25 0,74-25,247 24,-271-24,-50 0,0 0,-1 0,-24 25,-24 25,-1-25,-75 24,51-24,-26 74,-23-74,49 49,-1-49,25-25,25 25,50-75,49-49,49-74,-49 73,-49 26,-25 49,-1 0,0 25,-24-24</inkml:trace>
</inkml:ink>
</file>

<file path=ppt/ink/ink3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4:24.8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0,'25'0,"0"25,-1-25,1 25,0 0,0-25,-25 24,25-24,-25 25,49 0,1 0,-25 0,24 24,-24-24,25 0,-50 0,24-1,1-24,-25 25,25-25,0 25,-25 0,0 0,25-25</inkml:trace>
  <inkml:trace contextRef="#ctx0" brushRef="#br0" timeOffset="2600">471 844,'0'-25,"0"99,0-24,0-1,0 1,0-25,0 0,0-1,25-24,-25 50,0-25,0 0,25-25,-25 24,0 1,25 0,-1-25,1 25,0-25,0 0,0 0,0 0,-1 0,-24-25,25 0,-25 0,0-24,0 24,0-49,0 49,0-25,-25 25,25 1,0-1,0 50,0 24,0-24,0 0,0 0,0-1,0 1,25 0,-25 0,25-25,-25 25,0-1,25-24</inkml:trace>
  <inkml:trace contextRef="#ctx0" brushRef="#br0" timeOffset="4326">794 1240,'0'25,"0"0,0 25,25-1,24 50,-24-24,-25-26,0 1,0-25,0 0,0-1</inkml:trace>
  <inkml:trace contextRef="#ctx0" brushRef="#br0" timeOffset="5508">1017 719,'0'25,"0"0,0 0,0 0,0 24,25 1,0-25,-1 24,26 1,-25 0,-25-26,25 1,24 0,-49 0,25 0,0-25,-25 24,25 1,-1 25,1-25,-25-1,0 1,25 0,-25 0,0 0,-25-25,0 0,1 0,-1 0,25-25,0 0,-25 25,25-25,0 0,0-49,0 24,0 1,0 24,0 0,0 0,0 1,0-51,0 1,25 24,-25 25,25 1,-25-1,0 0,0 0,24 25,-24-25,0 0,0 1,0-1,0 0,0 0,-24 25,24-25,-25 25,-25-24,25 24,1 0,-1 0,0 0,-74 49,24 26,-24 24,-25 0</inkml:trace>
</inkml:ink>
</file>

<file path=ppt/ink/ink4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9:04.6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1315 3077,'25'49,"-25"26,0-1,0-24,0-1,24-49,-24 50,25-50,-25 25,25-25,-25 24,25-24,0 0,-1 0,-24 25,25-25,0 0,0 0,-25-25,25 25,-25-24,0-1,0 0,0 50,0 0,0-1,0 51,24 24,26 25,0 0,-1-74,-24 24,0-49,0 0,-25 0,0-1,-25-24,-25 25,25-25,-49 25,0-25,-50 0,24 0,51 0,-1 0,25 0,-24 0,24 0,0 0,25-25</inkml:trace>
  <inkml:trace contextRef="#ctx0" brushRef="#br0" timeOffset="277158">2976 1465,'0'-24,"0"-1,25 0,24 0,1-74,-1 74,-49 0,25 0,-25 1,25 24,0-25,-25 0,25 25,-25-25,24 0</inkml:trace>
  <inkml:trace contextRef="#ctx0" brushRef="#br0" timeOffset="278444">3224 1639,'0'-25,"0"0,25 25,-25-24,24-1,1 25,-25-25,25 25,-25-25,50-24,-50-1,24 25,1-25,-25 26,25 24,-25-25</inkml:trace>
  <inkml:trace contextRef="#ctx0" brushRef="#br0" timeOffset="280017">3720 250,'-25'0,"0"0,25-25,0 0,0 0,25 25,-25-24,25 24,0 0,-1 0,1 0,0 0,0 0,-25 24,25 1,-25 0,24 25,-24-26,0 1,0 0,0 0,0 0,0 0,25-25,-25-25,25 25,0 0,0 0,0 0,-1 0,1 0,0 25,0-25,-25 24,0 1,0 0,0 25,0-26,-25 1,25 0,-25-25,25 25,-25-25,25 25,-24-25,24 24,-25-24,25 25,-25-25</inkml:trace>
  <inkml:trace contextRef="#ctx0" brushRef="#br0" timeOffset="282774">4166 175,'-24'0,"-1"0,0 0,0-24,25-1,0 0,0 0,0 0,25 25,-25-24,25 24,0 0,-25-25,24 25,1 0,0 0,0 0,0 0,-1 0,-24 25,25-25,0 24,-25 1,25-25,-25 25,0 25,25-1,-25 1,24-25,-24-1,0 1,0 0,0 0,0 0,0 0,0-1,-24-24,24 25,24-25,-24-25,25 25,-25-24,25-1,-25 0,25 0,0 25,-25-25,24 25,-24-25,25 25,0-24,-25-1,25 25,-25-25,0 0,25 25</inkml:trace>
  <inkml:trace contextRef="#ctx0" brushRef="#br0" timeOffset="286352">3273 870,'25'0,"0"0,25 0,-1 0,-24 25,0 0,24-25,-24 49,25-49,-25 50,-1-50,1 49,0-49,0 25,0-25,-25 25,24 0,-24 0,25-25,-25 24,25-24,-25 25,25 0,-25 0,-50-25,25 0,1 0,-26-25,25 25,-24-25,-1 0,0 1,1-26,-1 50,50-25,-25 0,1 25,-1-24,0-1,0 25,25-25,0 0,-25 25,1-25,24 1,-25 24,25-25,0 0,0 0,-25 25,25-25,0 1,0-1,0 0,0 0,25 25,24-25,-49 1,25 24,0 0,-25-25,25 25,0 0,-1 0,1 0,0 0,0 0,0 0,-1 0,1 0,0 0,-25 25,0-1,25-24,-25 25,0 0</inkml:trace>
  <inkml:trace contextRef="#ctx0" brushRef="#br0" timeOffset="288915">1538 2506,'50'25,"-50"0,24-25,-24 25,25-25,-25 24,25 1,-25 0,25 0,-25 0,25-1,-1 1,1 0,0 0,-25 0,25-25,-25 24,25 1,-1-25,1 0,0 0,0 0,0-25,0-24,-25 24,24 0,-24 0,0 1,25-1</inkml:trace>
  <inkml:trace contextRef="#ctx0" brushRef="#br0" timeOffset="290643">1637 2630,'0'-25,"25"25,-25-24,25 24,-25-25,25 25,-25-25,24 25,1-25,-25 0,25 25,-25-24,0-1,25 25</inkml:trace>
  <inkml:trace contextRef="#ctx0" brushRef="#br0" timeOffset="291918">1985 2556,'24'0,"-24"-25,25 0,0 0,-25-24,25-1,0 25,-25 0,24 1,-24-1,25 25,0-25,-25 0,25 25,-25-24,25 0</inkml:trace>
  <inkml:trace contextRef="#ctx0" brushRef="#br0" timeOffset="292844">1885 1986,'0'0,"25"0,0 0,25 0,-26 0,26 0,-25 0,0 0,-1 0,1 0,0 0,0 0,0 25,-1-25,1 0,0 0,-25 25,24-25,1 0,-1 0,1 0,-25 25,25-25,0 0,-25 24,0 26,0-25,0 24,0-25,0 1,0 0,0 0</inkml:trace>
  <inkml:trace contextRef="#ctx0" brushRef="#br0" timeOffset="294355">2504 1788,'25'0,"0"0,-25 25,0-1,25 1,0 0,-25 0,0 0,24-1,-24 1,25 0,-25 0,25-25,-25 25,0-1,0 1,25-25,-25 25,0 0,25-25,-25-25,24 25,-24-25,25 0,-25 1,25 24,-25-25,25 25,-25-25,0 0,25 25,-25-25,24 25</inkml:trace>
  <inkml:trace contextRef="#ctx0" brushRef="#br0" timeOffset="304363">819 5135,'0'-24,"0"48,0 1,25-25,-25 25,0 0,0 0,0-1,0 51,0-50,0-1,0 26,0-25,0 0,24-25,1 0,50 0,24 0,-25-50,25 0,-49 26,-25-1,24 0,-24-25,25 50,-50-24,25-1,-25 0,0 0,0 0,0 1,0-1,0 50,0 49,0 0,0 1,0-26,24 1,-24-25,0 0,0-1,25 1,-25 0,0 0,0 24,0 1,0-25,25 0,-25 0,0-1</inkml:trace>
  <inkml:trace contextRef="#ctx0" brushRef="#br0" timeOffset="306308">2009 5111,'0'-25,"-24"25,24 25,-25-1,25 1,0 0,0 0,0 0,0-1,0 1,0 0,0 25,0-1,0 26,0-26,0-24,0 0,0 0,25-1,-25 1,0 0,24 0,1 0,0-25,0 0,0 0,-1 0,26 0,0 0,-50-50,24 25,1-24,-25 24,0 0,0 0,0 0,0 1,0-1,0 0,-25 25,1 0,-1 0,0 0,0 0,0 0,1 0,-1 0</inkml:trace>
  <inkml:trace contextRef="#ctx0" brushRef="#br0" timeOffset="308868">1216 5805,'-25'25,"0"0,0 24,0-24,25 0,0 0,-24-25,24 25,-25-1,-50 100,1 75,0-50,24-50,25-50,25-24,-25-25,25 24,0 1,-49 25,24 24,0-24,0 24,0-49,25 0,0-1</inkml:trace>
  <inkml:trace contextRef="#ctx0" brushRef="#br0" timeOffset="310503">75 7392,'0'0,"0"-25,24 25,-24-25,25 25,0 0,0 0,0 0,-1 0,1 0,0 0,0 0,-25 25,25-25,-1 49,-24-24,0 0,25 0,-25 0,0 24,-25-24,25 0,-24-25,24 25,24-50,1 0,0 25,0 0,0 0,-1 0,-24 25,25-25,-25 25,0-1,0 1,0 0,0 0,0 0,0 0,0-1,-25-24,25 25,-49 0,24-25,0 0,-24 25,24 0,0-25,0 0,0 0,-24 0,24 0,0 0,0 0,25-25,-24 25,24-25,-25 25,25-25,-25 25,25-25,-25 25</inkml:trace>
  <inkml:trace contextRef="#ctx0" brushRef="#br0" timeOffset="312899">670 7416,'0'0,"-25"0,0 0,25-24,0-1,0 0,0 0,25 25,25 0,-26 0,1 0,0 0,0 0,25 50,-1-25,-24 24,-25-24,25 0,-25 0,0-1,0 1,0 0,-25 25,0-26,0 1,25 0,-24 0,-1 0,0-25,0 0,0 0,25-25,25 25,0 0,0 0,0 0,-1 0,1 0,0 0,0 0,0 0,-1 25</inkml:trace>
  <inkml:trace contextRef="#ctx0" brushRef="#br0" timeOffset="315018">868 7962,'25'0,"0"25,0 0,0 0,-1-25,-24 24,25-24,0 25,0-25,0 25,-1 0,1 24,25-49,-50 25,25 0,-1-25,-24 25,25-25,-25 25,25-25,-25 24,25-24,0 25</inkml:trace>
  <inkml:trace contextRef="#ctx0" brushRef="#br0" timeOffset="316405">1191 8557,'0'0,"25"0,-1 25,-24 0,25 0,25 0,-25-25,-25 24,49 1,-24-25,-25 25,25-25,0 0,-1 0,1 0,-25-25,0-24,0 24,0 0,0 0,0 0,0 1,25 73,25 1,-26-1,1 1,25 0,-25-25,-25-1,24-24,-24 25,0 0,25-25,-25 25</inkml:trace>
  <inkml:trace contextRef="#ctx0" brushRef="#br0" timeOffset="317988">1885 8458,'-25'0,"1"0,24 25,0 0,0 0,0-1,0 1,0 0,0 0,0 0,0-1,0 1,0 25,24-25,-24 0,0-1,25-24,-25 25,25 0,0-25,-25 25,25-25,0 0,-1 0,1 0,0 0,0 0,-25-25,25 25,-25-25,0 0,24-24,-24 24,0 0,0-25,0 26,0-1,0 0,0 0,0 0,-24 1,-1-1,0 25,25-25,-25 25,25-25,-25 25,1 0,-1-25,0 25,0 0</inkml:trace>
</inkml:ink>
</file>

<file path=ppt/ink/ink4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0:00.79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 3273,'0'24,"25"26,0-25,-25 0,0-1,25 1,-25 0,0 0,25 0,-25-1,24 1,1 0,-25 0,25-25,-25 25,0-1,0 1,25-25,-25 25,25-25,-25 25,24-25,0 0,-24 25,25-25,0 0,0 0,-1 0,1-25,0 0,0 0,-25 0,0 1,0-1</inkml:trace>
  <inkml:trace contextRef="#ctx0" brushRef="#br0" timeOffset="6685">173 3545,'25'0,"-25"25,0 0,25-25,-25 25,25-25,-25 25,24-25,-24 24,0 1,24-25,1 25,-25 0,0 0,25-25,-25 25,25-25,-25 24,24 1,-24 0,25 0,-25 0,25-1,-25 1,0 0,25-25,0 25,-25 24,24-24,-24 0,25-25,-25 25,25 0,-50-25,0-25,1 25,24-50,-25 50,-25-49,1-26,-1-24,-23 49,48-24,0 74,25-25,-25 25,25-25,-25-24,1 49,24-25,-25 25,25-25,0 0,-25 25,25-25,0 1,-25 24,25-25,-25 25,25-25,0 0,0 0,0 1,-24 24,24-25,0 0,0 0,24 25,1-25,0 25,0 0,0-24,-1 24,26 0,-25 0,0 0,-1 0,0 0,1 0,0 0,0 0,-1 0,1 24,0-24,-25 25,25-25,-25 25,25-25,-25 25,24-25,-24 25,25-25,-25 24,0 1,0 0,0 0,0 0,0 24,0-24,0 0,0 0,-25-1,1-24,24 25,-25 0,25 0,-25-25,25 25,-25 0,0-25,25 24,-24-24,24 25</inkml:trace>
  <inkml:trace contextRef="#ctx0" brushRef="#br0" timeOffset="9977">569 3918,'25'0,"0"-25,-1 0,-24 0,25 25,0-25,25-24,-25-1,24 0,-24 26,0-1,-1 0,0 0,1 0,0 1,0-1,0 0,-1 25,-24-25,25 25,-25-25,25 25</inkml:trace>
  <inkml:trace contextRef="#ctx0" brushRef="#br0" timeOffset="11118">965 3273,'50'0,"-26"24,1-24,0 0,-25 25,25-25,0 0,-25 25,0 0,24-25,1 0,-25 25,0-1,0 51,0-26,0 1,0-25,0 0,0-1,0 1,0 0</inkml:trace>
  <inkml:trace contextRef="#ctx0" brushRef="#br0" timeOffset="12727">1362 3001,'-25'0,"25"25,25-25,0 0,24 24,-24-24,-1 0,1 0,-25 25,24-25,-24 25,25-25,-25 25,25-25,0 0,-25 24,25 0,-1-24,-24 25,0 0,25-25,-25 25,25-25,-25 25,0-1,0 1,0 0,0 0,0 0,-25-25,25 24,-25-24,1 0,24-24,0-1,0-25,0 25,0 1,0-1,0-25,0 25,0 1,0 0,0-51,0 1,0-25,0 49,0 1,0 24,0 0,0 0,0 0,0 0,0 1</inkml:trace>
  <inkml:trace contextRef="#ctx0" brushRef="#br0" timeOffset="14783">1758 2629,'0'-25,"0"0,49 0,-24 0,0 1,0-26,0 50,-25-25,24 25,-24-25,25 25,0 0,-25-24,0-1,25 25,-25-25,25 0,-25 0,23 25,-23-24</inkml:trace>
  <inkml:trace contextRef="#ctx0" brushRef="#br0" timeOffset="16088">2104 2926,'0'-24,"0"-26,25 50,0-25,-1 0,-24 1,50-1,-25 0,0-25,-1 50,1-25,-25 1,25-1,0 25,-25-25,25 0,-25 0,24 25,-24-24,25-1,-25 0,25 25,-25-25,25 25,-25-25</inkml:trace>
  <inkml:trace contextRef="#ctx0" brushRef="#br0" timeOffset="47027">2476 1785,'0'-24,"25"24,-25 24,25 1,-1 0,1 0,0 0,-25-1,25 1,-1 0,0 0,1 0,-25-1,25-24,-25 25,25 0,0 0,-1 0,1-25,-25 24,0 1,25 0,0-25,-25 25,25-25,-25 25,25-25,-1 24,1-24,0 0,0 0,0-24,-25-1,24 25,-24-25,25 0,-25 0,0 1,0-1,0 0,0 0,0 0</inkml:trace>
  <inkml:trace contextRef="#ctx0" brushRef="#br0" timeOffset="48989">2649 1959,'24'0,"1"-25,-25 0,25 25,-25-24,25-1,-25 0,25 0,-1 25,-24-25,25 1,-25-1</inkml:trace>
  <inkml:trace contextRef="#ctx0" brushRef="#br0" timeOffset="50284">2996 1761,'25'0,"-25"-25,25 0,-1 0,-24 0,25 1,0-1,-25 0,25 0,0 25,-25-25,24-24,1 49,-1-25,-24 0,25 25,-25-25,25 25,-25-25,24 25</inkml:trace>
  <inkml:trace contextRef="#ctx0" brushRef="#br0" timeOffset="51489">3070 1289,'0'-25,"25"25,25 0,-1 0,-24 0,-1 0,1 0,0 0,-1 0,1 0,0 0,0 0,0 0,-1 0,1 0,0 0,0 0,-25 25,0 0,0 0,0 0,0-1,0 1,0 0,25 0,-25 0,0-1,0 1,0 0,0 0</inkml:trace>
  <inkml:trace contextRef="#ctx0" brushRef="#br0" timeOffset="56226">3739 968,'0'-25,"25"25,-25 25,49-25,-25 49,1-24,25-1,-25 1,-1 0,1-1,0 1,-25 0,25-25,-25 25,25-25,-25 25,0-1,24 1,-24 0,25-25,-25 25,25-25,-25-25,25 0,-25 0,25 1,-1-1,-24 0,25 0,-25 0,25 25,-25-24,25 24,-25-25</inkml:trace>
  <inkml:trace contextRef="#ctx0" brushRef="#br0" timeOffset="67741">4309 745,'0'-25,"24"0,-24-25,50 26,-50-1,24 25,-24-25,25 25,-25-25,0 0,24 0,-24 1,0-1,0 0,25 25</inkml:trace>
  <inkml:trace contextRef="#ctx0" brushRef="#br0" timeOffset="69355">4481 968,'0'-25,"0"0,0 0,0 1,0-1,0 0,0 0,25 25,-25-25,25 25,-25-24,0-1,25 0,-25 0,24 25,-24-25,25 25,-25-24</inkml:trace>
  <inkml:trace contextRef="#ctx0" brushRef="#br0" timeOffset="71041">4556 174,'24'25,"-24"0,25-1,0-24,-25 25,25 25,-25-25,25-1,-25 1,0 0,0 0,24-25,-24 25,0-1,0 1,25-25,-25 25,0 0,0 0,0 0,0-1,-25-24,1 0,24-24,0-1,0 0,24 25,1 0,-25-25,25 25,-25-25,0 0,0 1,0-1,25 25,-25-25,0 0,0 0,0 1,0-1,0 0,0 0,0 0,0 1,25 24,-1 0,-24 24,25-24,-25 25,0 0,25-25,-25 25,25-25,0 25,-25-1,24 1,-24 0,25 0,-25 0,0-1,24-24,-24 25,25-25,-25 25</inkml:trace>
  <inkml:trace contextRef="#ctx0" brushRef="#br0" timeOffset="74209">4952 0,'-24'25,"24"0,0 0,0 24,0-24,0 0,0 0,0 0,0-1,24-24,-24 25,25-25,-25 25,24 0,1 0,0-25,-25 24,25-24,-1 0,1 0,0 0,25 0,-50-24,24 24,-24-25,25 0,0 0,-25 0,0 1,0-1,0 0,0 0,0 0,-25 25,25-24,-25 24,25-25,-24 25,-1-25,0 25,0 0,0 0</inkml:trace>
</inkml:ink>
</file>

<file path=ppt/ink/ink4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9:07.90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48,'0'24,"0"25,24-49,-24 24,0-1,24-23,-24 25,0-1,25-24,-25 24,24 1,-24-2,0 2,25-25,-2 24,2-24,-1 0,-24 24,25-24,-1 0,1 0,-2-24,2 0,-25-1,0 2,24 23,-24-25</inkml:trace>
  <inkml:trace contextRef="#ctx0" brushRef="#br0" timeOffset="1647">48 217,'0'-24,"25"-1,-1 25,1 0,-25-23,23-1,2 24,-25-25,24 25,1 0,-25-24,24 24,-24-24,25 24,-25-24,23 24,-23-24</inkml:trace>
</inkml:ink>
</file>

<file path=ppt/ink/ink4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9:11.2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0 198,'0'24,"0"-48,49-25,-24-1,0 25,0 1,-25-1,25 25,-25-25</inkml:trace>
  <inkml:trace contextRef="#ctx0" brushRef="#br0" timeOffset="1378">173 396,'0'-25,"0"0,0 1,24 24,-24-25,25 25,-25-25,25 25,-25-25,25 25,-25-25,0 1,24 24,-24-24,25 24,-25-25,0 0,25 0,-25 0,25 25,-25-24</inkml:trace>
</inkml:ink>
</file>

<file path=ppt/ink/ink4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9:14.3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176 1364,'0'0,"0"-25,0 0,-25 25,25-25,0 50,25 0,-25 0,25-25,-25 49,25-24,-25 0,25 24,-25-24,24-25,-24 25,0 0,-24-25,-1-75,-25 1,25 0,-24 49,49-25,-25 25,0 1,25-1,0-25,-25 25,25 1,-25-1,25 0,0 0,0 0,0 1,0-26,0 25,0 0,0 1,0-1,25 25,0-25,0 25,0 0,-1 0,1 0,25 25,-50 0,25-25,-25 24,25-24,-25 25,24 0,-24 0,0 0,0-1,0 1,0 0,0 0,0 0,0-1,0 1,-24-25,24 25,-25-25,0 25,0 0</inkml:trace>
  <inkml:trace contextRef="#ctx0" brushRef="#br0" timeOffset="25434">449 1041,'0'-25,"25"25,-25-24,24 24,0-50,1 25,0 0,0 1,-25-1,25 0,-1 25,-24-49,25 25,-25-1,25 0,0 25,-25-25,0 0,25 25,-25-24</inkml:trace>
  <inkml:trace contextRef="#ctx0" brushRef="#br0" timeOffset="26536">597 521,'25'0,"-1"0,26 0,-25 0,24 0,1 0,24 0,-49 25,0-25,0 0,0 25,-1-25,1 0,-25 25,25-25,-25 25,25-25,-25 24,0 1,0 0,0 0,0 0,0-1,-25 1,0 24,25-24,0-1,-25-24,25 25,0 0,0 0</inkml:trace>
  <inkml:trace contextRef="#ctx0" brushRef="#br0" timeOffset="28232">969 323,'0'-25,"25"25,-1 0,1 0,0 0,0 0,24 0,-24 0,0 25,0 0,0-25,0 0,-1 24,1 1,0-25,-25 25,25-25,0 0,-1 25,-24 0,25-1,-1-24,-24 25,0 0,25-25,-25 25,0 0,0 0,0-1,-25-24,1 0,-1 0,1 0,-1-24,25-1,-25 0,25 0,0 0,-25 0,25 1,0-1,0 0,0 0,0 0,-25-24,25 24,0-25,0 26,0-1,0 0,0 0,25 0,-25 1,0-1,0 0,25 0</inkml:trace>
  <inkml:trace contextRef="#ctx0" brushRef="#br0" timeOffset="30682">1662 75,'0'-25,"25"25,-25-25,25 25,-25-25</inkml:trace>
  <inkml:trace contextRef="#ctx0" brushRef="#br0" timeOffset="31956">1737 323,'25'-25,"-1"0,-24 0,25 25,-25-24,25 24,-25-25,25 0,0 0,-25 0,24 25,-24-24,25-1,-25 0,0 0</inkml:trace>
</inkml:ink>
</file>

<file path=ppt/ink/ink4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9:51.1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0 373,'24'25,"1"23,0-23,0 0,-25 0,0 0,25-25,-25 24,0 0,25-24,-1 0,1 0,0-24,0 24,24-24,-24 24,0 0,-25-25,25 25,-25-25,25 25,-1-25,-24 0,25-23,-25 23,0 0,0 0,0 0,0 1,-25 24,25 24,0 1,25 0,-25 0,25 0,0-25,-25 48,25-48,-25 25,23-25,-23 25,25 0,0-25,-25 25,25-25,-25 24,25-24,-25 24,24 1,1-25,-25 25,0 0,25-25</inkml:trace>
  <inkml:trace contextRef="#ctx0" brushRef="#br0" timeOffset="2314">768 28,'0'-25,"-25"25,25 25,0-1,0 1,0 24,0-24,0-1,0 1,0 0,0 0,0-1,0 0,25 1,-25 25,0-25,24-1,1 0,-25 1,0 0,25-25,-25 25,25-25,0 25,-1-1,-24 0,25-24,0 0,0 0,0-24,-1 0,-24-1,0 0,25 0,-25 0,0 1,0 0,0-1,-25 25,25-25,-24 25,-1 0,25-25,-25 25,0 0,0 0,1 0,-1 0,0 0</inkml:trace>
</inkml:ink>
</file>

<file path=ppt/ink/ink4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8:56.6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0 570,'25'0,"25"0,-25 0,-1 0,26 0,0 25,-26-25,26 25,-25-1,0 1,-1 0,1 0,0 0,-25-1,-25-24,0-24,25-1,0-25,0 25,-24-24,24-1,0 25,0 1,0-1,0 0,0-25,0 26,0-25,0-1,24 26,-24-1</inkml:trace>
  <inkml:trace contextRef="#ctx0" brushRef="#br0" timeOffset="1541">521 471,'0'-25,"25"25,0 0,0 0,0 0,-1 0,1 50,1-50,-26 24,25-24,-25 25,0 0,25-25,-1 25,-24 0,0-1,0 1,0 0,0 0,-24-25,-1 0,25-25,0 0,-25 0,25-24,0-1,0 1,0 24,0-25,0 1,0 0,0 24,0-24,0-1,0 25,0 0,0 1,25 24,-25-25,0 0,0 0,25 25,-25-25,0 0</inkml:trace>
  <inkml:trace contextRef="#ctx0" brushRef="#br0" timeOffset="5016">770 1437,'-24'0,"24"25,-25-25,25 25,0 24,0-24,0 0,0 0,0 0,25-1,-25 1,24 0,1-25,0 25,0-25,0 24,-1-24,1 24,-25 1,25-25,-25 25,0 0,25-25,-25 25,25-25,-25 24,24-24,-24 25,0 0,25 0,-25 0,25-1,0 1,0 0,-1-25,1 25,0-25,0 0,24-25,-24 25,0-25,0 25,-25-25,25 25</inkml:trace>
</inkml:ink>
</file>

<file path=ppt/ink/ink4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8:38.7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1923,'0'24,"25"-24,-25 25,25-25,-1 25,1 0,-25-1,25-24,-25 24,25-24,0 25,-1 0,1-25,0 0,0 0,49 0,-24 0,24-50,1 26,-26-25,1 24,24-48,-24 23,-25 25,24 1,-49 0,25-1,0 25,-25-25,0 0,25 25,-1 0,-24-25,25 25,-25-23,25 23,-25-25,0 0,25 25,0-25,-25 0</inkml:trace>
  <inkml:trace contextRef="#ctx0" brushRef="#br0" timeOffset="1502">794 1578,'0'-25,"24"25,1-24,0 24,0 0,0-24,-1 24,1 0,0 0,0 0,0 0,-25 24,24-24,1 0,-25 24,0 1,25-25,-25 25,0 0,0 0,0-2,0 2,0 0,0 0,0 0,0-1,0 0,0 1,0 0</inkml:trace>
  <inkml:trace contextRef="#ctx0" brushRef="#br0" timeOffset="4023">868 1111,'0'0,"0"24,25 25,0-49,-25 25,0 0,0 0,24-25,-24 23,0-46,-24-2,24 0,-25 0,25 0,-25 1,25-50,0 49,0-23,0 23,-25 0,25 0,0 1,0 0,0-1,0 0,0 0,0 1,0-1,25 1,25 24,-26 0,1 0,0 0,-25 24,25-24,-25 25,0-1,0 1,0 0,0 0,0-1,0 0,0 1</inkml:trace>
  <inkml:trace contextRef="#ctx0" brushRef="#br0" timeOffset="6709">1265 963,'0'-25,"-25"25,25 25,-25 0,1-25,24 24,0 0,0 1,0 0,0 0,0-1,24 0,1-24,0 0,0 0,-25-24,25 0,-25-1,0 0,0 0,0 1,-25 24,25-24,-25 24,50 24,0 0,-1-24,-24 25,25 0,0 0,0-1,0-24,-1 0,1 0,0-24,0-26,-25 25,0 1,0 0,0-1,0-25,0 26,0 0,-25-26,0 25,0 1,25-1,-24 1,-1-1,-25 0,50 1,-25 24,25-25,-24 25,-1 0,0 0,0 0,0 0,1 25,-26-1,50 1,-25 0,25-1,0 1,0-1,0 1,0 0,0 0,25-25,0 0,0-25,74-49,-50 0,1 25,-25 0,0-1,-25 26,24 24,1-50,0 26,0 24,-25-25,25 25,-25-25,24 25,1 0,0 0,0 25,0 24,-1 1,1 48</inkml:trace>
  <inkml:trace contextRef="#ctx0" brushRef="#br0" timeOffset="9806">2009 569,'0'0,"0"-25,0 1,0-1,-25 25,0 0,1 0,-26 0,25 74,-24-25,24 25,-25-25,50-24,0 24,0-24,0 0,0-1,0 0,0 1,0 0,0 0,0-1,25-24,-25 24,25-24,0 25,-1-25,26 0,0 0,-1-25,-24 25,0-24,0 0,-25-1,24 0,-24 0,25 25,-25-48,0 23</inkml:trace>
  <inkml:trace contextRef="#ctx0" brushRef="#br0" timeOffset="11370">2282 421,'0'25,"0"-1,0 1,0 0,0 24,0-24,0-1,0 1,0-1,25 1,-25 0,0-1,0 1,0-50,-25 1,25-1,0-24,-25 0,25-1,0 26,0-1,0 0,0 1,0-1,0 0,25 25,0-24,-25-1,25 25,-1 0,1 0,0 0,0 25,0-25,-25 24,24-24,-24 25,25-25,-25 25,0-1,25-24,-25 25,25 0,-25-1,0 1,0 0,25-1,-25 1,0-1</inkml:trace>
  <inkml:trace contextRef="#ctx0" brushRef="#br0" timeOffset="12978">2629 27,'25'0,"-25"25,25-1,-25 1,0 0,0-1,0 1,0 0,25-1,-25 1,0-1,0 1,24 0,-24-1,25 1,-25-1,0 1,25-25,-25 25,25-25,-25 24,25-24,-1 0,1 0,0 0,0 0,0 0,-1 0,1 0,0 0,0-24</inkml:trace>
  <inkml:trace contextRef="#ctx0" brushRef="#br0" timeOffset="14522">2753 175,'0'-25,"0"1,25 24,0 0,0-25,-1 25,1-25,0 25,0 0,-25-24,25-1,-1 25,1 0,-25-24,25 24</inkml:trace>
</inkml:ink>
</file>

<file path=ppt/ink/ink4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12:50.46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0 198,'0'0,"0"-24,0-1,50 25,-25 0,49 0,1 0,-26 0,26 25,-26-1,26 1,-26 25,26-25,0-1,-50 1,0-25,0 0,-25 25,24-25,1 25,0-25,0 0,0 0,-1 0,-24 25</inkml:trace>
  <inkml:trace contextRef="#ctx0" brushRef="#br0" timeOffset="1410">1068 273,'25'25,"-25"-1,25 1,-1 0,-24 0,25 24,0-49,-25 25,25 0,-25 0,49 0,1-1,-25 1,0 0,0-25,-1 0,1 25,0-25,-25-25,50 0,-26-24,1-1,-25 25,25 25,-25-25,0 1,0-1,0 0,0 0,0-24,0 24,-25 25,25-25,0 0,-25 25,75 50,24 74,-24-75,0 26,-26-50,1-1,1 26,24 24,-26-74,1 25,0 25,0-50,-25 25,25-25,-25 25</inkml:trace>
  <inkml:trace contextRef="#ctx0" brushRef="#br0" timeOffset="3405">1888 397,'0'25,"24"-25,-24 24,25-24,0 0,-25 25,25 0,0-25,-1 25,1-25,0 0,-25 25,50-25,-26 24,1-24,0 0,0 0,0 0,-1 0,1 0,0 0,0-24,0-1,-25-25,24 1,-24-1,25 25,-25-24,0 24,0 0,0 0,0 0,0-24,0 24,-25 0,25 0,-24 25,-1-24,0-1,0 25,0-25,1 25,-1 0,0 0,0 0,0 0,1 0,-1 25,0-25,0 25,0-25,25 24,0 1,-24-25,-1 0,25 25,-25-25,0 50,0-26,1 1,-1 0,25 0,-25 0,25-1,0 1,-26 0,1 49,1 50,24-49,0-1,0-49,0 0,0 0,0 0,0-1,0 1,24-25</inkml:trace>
</inkml:ink>
</file>

<file path=ppt/ink/ink4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12.80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 0,'0'25,"0"-1,0 1,0 50,0-1,0 50,0-49,0-26,0-24,0 0,0 0,0-1,23-24,1 25,0-25,24 0,-1 0,-23 0,1 0,22 0,-23 0,0 0,0 0,0 0,23 0,-47-25,24 1,-24-1,24 25,-24-25,0 0,0 0,0 1,0-1,0 0,0 0,0 0,0 1,-24 24,24 49,0-24,24 25,-24-1,24-24,0 25,-24-1,23 1,-23-1,0-24,24 0,-24 0,0 0,0-1,0 1,24-25,-24 25</inkml:trace>
</inkml:ink>
</file>

<file path=ppt/ink/ink50.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15.05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49,'0'-24,"0"-1,0 50,0-1,0 0,0 26,0-25,0-1,0 0,25 1,-25 0,0-1,0 1,25-1,-25 1,0-1,25-24,-1 25,-24 0,25-25,-25 24,25-24,-25 24,25-24,1 0,-26 25,24-25,1 0,25 0,-50-25,25 25,-1-48,-24 23,25 0,-25-24,0 25,0-1,0 1,0-1,-25 25,25-25,-24 25,-1 0,0 0,0 0,0 0,1 0,-2 25,26 0,-25-25,25 24,-25-24,0 25,1-25</inkml:trace>
</inkml:ink>
</file>

<file path=ppt/ink/ink5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17.39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349 25,'25'-25,"-50"75,0-25,1 24,-2 1,1-25,25 24,-50 1,50-25,-24 24,-1-25,25 1,-25 0,25 0,-25 0,25-1,-26 1,26 0,-24 25,24-26,0 1,0 0,-25-25,25 25,-25-25,25 25</inkml:trace>
</inkml:ink>
</file>

<file path=ppt/ink/ink5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19.13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74 99,'0'0,"0"-24,0-1,0 0,24 25,0-25,1 25,0 0,-1 0,0 0,1 0,-1 0,1 25,0-25,-25 25,0 0,23-25,-23 24,0 1,0 0,0 0,0-1,0 1,-23-1,23 1,-25-25,25 25,0 0,25-25,-2 0,2 0,24 0,-24 0,-2 25,2-25,-25 24,0 26,0-25,-25 24,-23 26,48-50,-25-25,25 23,0 2,-24-25,-1 25,2 25,-27-50,50 24,-24-24,24 25,-25-25,1 0,24 25,-24-25,-1 0,0 0,1 0,0 0,24-25,-25 25,25-25,-24 1,24-1,-25 25</inkml:trace>
</inkml:ink>
</file>

<file path=ppt/ink/ink5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21.52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78 221,'0'0,"-24"-24,-1 24,25-24,-23 24,23-25,0 0,0 0,0 1,23 0,2 24,-1-25,1 25,-1 0,-1-25,2 25,-1 0,1 0,-1 0,24 0,-48 25,24-25,-24 25,25-25,-25 24,0 0,24 1,-24 0,0 0,0 23,0 2,0-25,-24 24,-1-25,1 1,-1 25,2-26,23 0,-24-24,24 25,-25-25,25 25,-24-25,-1 25,2-25,23 24,-24-24,-1 24,1-24,-1 0,25 25,-23-25,46 0,26 0,-24 0,-1 0,-1 0,2 0,24 0,-2 0,-22 0</inkml:trace>
</inkml:ink>
</file>

<file path=ppt/ink/ink5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23.6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0,'0'24,"0"26,50 74,24 50,25-1,-23 1,-51-50,24-50,-24-24,-25-25,25 0,0-1,-25 1,0 0,25-25,-1 25,1-25,0 0,-25 25,25-25</inkml:trace>
</inkml:ink>
</file>

<file path=ppt/ink/ink5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24.97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25,'25'0,"-25"25,24-25,1 25,0-1,-25 1,25-25,-25 50,24-50,0 24,1-24,-25 24,25-24,0 0,0 25,-1-25,1 0,0 0,0 0,-25-25,0 1,0 0,0-26,0 25,0 1,0-1,0 0,0 0,-25 25,25 25,0 0,25 0,-1 24,0 1,1-26,-25 25,25-24,0-25,-25 25,0 0,25 0</inkml:trace>
</inkml:ink>
</file>

<file path=ppt/ink/ink56.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26.51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99 77,'-24'0,"-1"0,0 0,25 24,-25 1,25 0,0-1,0 1,0 0,0 0,0 0,0-2,0 2,0 0,0 0,25-25,-25 25,25-25,24 49,1-49,0 49,25-24,0 0,-51-1,26 1,-25-25,0 0,-1 25,1-25,-25 25,0-1,0 0,0 1,-25-25,25 25,-24-25,-1 0,0 0,0 0,0-25,1 25,24-25,0 1,-25 24,0-24,25-1,-25 25,25-25,0 0,-26 25,26-24,0-1,0 0,0 0,0 1,0-25,0 24,0 0,0-25,26 50,-26-48,0 23,0 0,25 0,-25 1,0-1,0 0,0 1,0-1,0 1,-25 24,25-25,-26 25</inkml:trace>
</inkml:ink>
</file>

<file path=ppt/ink/ink57.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31.99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0,'25'0,"0"0,-1 25,1-1,0-24,0 25,0 0,-1 0,1 0,0-1,0 26,0-50,0 50,-1-26,1 1,0 0,-25 0,25-25,0 25,-25 0,24-25,-24 24,25-24,-25 25,25-25,0 0,-25 25,25-25,-25 25,24 0</inkml:trace>
</inkml:ink>
</file>

<file path=ppt/ink/ink58.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33.7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10,'0'-24,"25"48,-25 2,25 0,-25 25,25-26,0 0,-25 1,0 0,24 0,-24-2,25 2,0-26,0 26,-25-1,25-25,-1 0,1 0,1 0,-1-25,-25-1,0 0,0 2,0-2,0 0,0 0,0 1,0 0,0-1,0 77,49-26,-24 27,0 24,0-25,24-25,-24 24,-25-24,25 0,-25 0,25-2,-25 2</inkml:trace>
</inkml:ink>
</file>

<file path=ppt/ink/ink59.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39306" units="1/cm"/>
        </inkml:channelProperties>
      </inkml:inkSource>
      <inkml:timestamp xml:id="ts0" timeString="2020-10-09T09:07:35.9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0 174,'0'24,"0"1,0-1,0 1,24 0,-24-1,25-24,-25 25,25-1,-25 1,26 0,-1-1,-1 1,1-1,0 1,0 0,0-25,0 24,0-24,-25 25,25-25,0 0,0 24,0-24,-1 0,2 0,-1 0,0-24,-25-25,0 24,25-49,-25 25,0 0,0 0,0-1,0 1,0 25,-25-1,25 0,-25 1,25-1,-25 25,-1-24,2 24,24-25,-25 25,25-25,-25 25,0 0,0 0,0 0,0 0,0 0,0 0,25 25,-25-25,0 0,25 25,-24-25,-1 24,-1 1,26-1,0 1,-25 0,25-1,0 1,0-1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8/13/2024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extLst>
      <p:ext uri="{BB962C8B-B14F-4D97-AF65-F5344CB8AC3E}">
        <p14:creationId xmlns:p14="http://schemas.microsoft.com/office/powerpoint/2010/main" val="1497962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B36BD8-3BE0-4B04-B520-77C1F1F1FB7F}" type="slidenum">
              <a:rPr lang="en-US" smtClean="0"/>
              <a:pPr/>
              <a:t>61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Title 1">
            <a:extLst>
              <a:ext uri="{FF2B5EF4-FFF2-40B4-BE49-F238E27FC236}">
                <a16:creationId xmlns="" xmlns:a16="http://schemas.microsoft.com/office/drawing/2014/main" id="{5958E5E2-6682-4BC1-BE42-9B3D8EFAAB0B}"/>
              </a:ext>
            </a:extLst>
          </p:cNvPr>
          <p:cNvSpPr txBox="1">
            <a:spLocks/>
          </p:cNvSpPr>
          <p:nvPr userDrawn="1"/>
        </p:nvSpPr>
        <p:spPr>
          <a:xfrm>
            <a:off x="1809720" y="285728"/>
            <a:ext cx="10072758" cy="642942"/>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IN" sz="4000" dirty="0">
                <a:solidFill>
                  <a:srgbClr val="002060"/>
                </a:solidFill>
                <a:latin typeface="Britannic Bold" panose="020B0903060703020204" pitchFamily="34" charset="0"/>
                <a:cs typeface="Times New Roman" panose="02020603050405020304" pitchFamily="18" charset="0"/>
              </a:rPr>
              <a:t>ADITYA </a:t>
            </a:r>
            <a:r>
              <a:rPr lang="en-IN" sz="4000" dirty="0" smtClean="0">
                <a:solidFill>
                  <a:srgbClr val="002060"/>
                </a:solidFill>
                <a:latin typeface="Britannic Bold" panose="020B0903060703020204" pitchFamily="34" charset="0"/>
                <a:cs typeface="Times New Roman" panose="02020603050405020304" pitchFamily="18" charset="0"/>
              </a:rPr>
              <a:t>ENGINEERING COLLEGE (A)</a:t>
            </a:r>
            <a:endParaRPr lang="en-IN" sz="4000" dirty="0">
              <a:solidFill>
                <a:srgbClr val="002060"/>
              </a:solidFill>
              <a:latin typeface="Britannic Bold" panose="020B0903060703020204" pitchFamily="34" charset="0"/>
              <a:cs typeface="Times New Roman" panose="02020603050405020304" pitchFamily="18" charset="0"/>
            </a:endParaRPr>
          </a:p>
        </p:txBody>
      </p:sp>
      <p:pic>
        <p:nvPicPr>
          <p:cNvPr id="8" name="Picture 7">
            <a:extLst>
              <a:ext uri="{FF2B5EF4-FFF2-40B4-BE49-F238E27FC236}">
                <a16:creationId xmlns="" xmlns:a16="http://schemas.microsoft.com/office/drawing/2014/main" id="{5D981076-ED8C-43FB-A166-D94C61E8089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9522" y="116632"/>
            <a:ext cx="1578225" cy="936104"/>
          </a:xfrm>
          <a:prstGeom prst="rect">
            <a:avLst/>
          </a:prstGeom>
        </p:spPr>
      </p:pic>
    </p:spTree>
    <p:extLst>
      <p:ext uri="{BB962C8B-B14F-4D97-AF65-F5344CB8AC3E}">
        <p14:creationId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smtClean="0"/>
              <a:t>Click to edit Master text styles</a:t>
            </a:r>
          </a:p>
        </p:txBody>
      </p:sp>
      <p:pic>
        <p:nvPicPr>
          <p:cNvPr id="7" name="Picture 6">
            <a:extLst>
              <a:ext uri="{FF2B5EF4-FFF2-40B4-BE49-F238E27FC236}">
                <a16:creationId xmlns="" xmlns:a16="http://schemas.microsoft.com/office/drawing/2014/main" id="{DCD7B29F-4C46-4AE5-A85E-952C6A3375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9398" y="136525"/>
            <a:ext cx="784504" cy="465318"/>
          </a:xfrm>
          <a:prstGeom prst="rect">
            <a:avLst/>
          </a:prstGeom>
        </p:spPr>
      </p:pic>
      <p:sp>
        <p:nvSpPr>
          <p:cNvPr id="8" name="Rectangle 7">
            <a:extLst>
              <a:ext uri="{FF2B5EF4-FFF2-40B4-BE49-F238E27FC236}">
                <a16:creationId xmlns="" xmlns:a16="http://schemas.microsoft.com/office/drawing/2014/main" id="{1F423809-851F-402C-8E33-04AEE45A2C34}"/>
              </a:ext>
            </a:extLst>
          </p:cNvPr>
          <p:cNvSpPr/>
          <p:nvPr userDrawn="1"/>
        </p:nvSpPr>
        <p:spPr>
          <a:xfrm>
            <a:off x="8310578" y="132319"/>
            <a:ext cx="3504101" cy="307777"/>
          </a:xfrm>
          <a:prstGeom prst="rect">
            <a:avLst/>
          </a:prstGeom>
        </p:spPr>
        <p:txBody>
          <a:bodyPr wrap="square">
            <a:spAutoFit/>
          </a:bodyPr>
          <a:lstStyle/>
          <a:p>
            <a:pPr algn="ctr"/>
            <a:r>
              <a:rPr lang="en-US" sz="1400" b="1" dirty="0" smtClean="0">
                <a:solidFill>
                  <a:srgbClr val="00B0F0"/>
                </a:solidFill>
              </a:rPr>
              <a:t>Aditya </a:t>
            </a:r>
            <a:r>
              <a:rPr lang="en-US" sz="1400" b="1" baseline="0" dirty="0" smtClean="0">
                <a:solidFill>
                  <a:srgbClr val="00B0F0"/>
                </a:solidFill>
              </a:rPr>
              <a:t>Engineering </a:t>
            </a:r>
            <a:r>
              <a:rPr lang="en-US" sz="1400" b="1" dirty="0" smtClean="0">
                <a:solidFill>
                  <a:srgbClr val="00B0F0"/>
                </a:solidFill>
              </a:rPr>
              <a:t>College  (A)</a:t>
            </a:r>
            <a:endParaRPr lang="en-IN" sz="1400" b="1" dirty="0">
              <a:solidFill>
                <a:srgbClr val="00B0F0"/>
              </a:solidFill>
            </a:endParaRPr>
          </a:p>
        </p:txBody>
      </p:sp>
      <p:sp>
        <p:nvSpPr>
          <p:cNvPr id="10" name="Date Placeholder 2">
            <a:extLst>
              <a:ext uri="{FF2B5EF4-FFF2-40B4-BE49-F238E27FC236}">
                <a16:creationId xmlns="" xmlns:a16="http://schemas.microsoft.com/office/drawing/2014/main" id="{C8CBE8F9-096B-48BD-AF91-C68E84B4AE0C}"/>
              </a:ext>
            </a:extLst>
          </p:cNvPr>
          <p:cNvSpPr>
            <a:spLocks noGrp="1"/>
          </p:cNvSpPr>
          <p:nvPr>
            <p:ph type="dt" sz="half" idx="11"/>
          </p:nvPr>
        </p:nvSpPr>
        <p:spPr>
          <a:xfrm>
            <a:off x="9239272" y="6286520"/>
            <a:ext cx="2104513" cy="365125"/>
          </a:xfrm>
          <a:ln>
            <a:noFill/>
          </a:ln>
        </p:spPr>
        <p:txBody>
          <a:bodyPr/>
          <a:lstStyle>
            <a:lvl1pPr>
              <a:defRPr b="1">
                <a:solidFill>
                  <a:schemeClr val="bg1">
                    <a:lumMod val="50000"/>
                  </a:schemeClr>
                </a:solidFill>
              </a:defRPr>
            </a:lvl1pPr>
          </a:lstStyle>
          <a:p>
            <a:fld id="{7E230104-9C61-4FDC-88A7-02890E61BA9F}" type="datetime2">
              <a:rPr lang="en-US" smtClean="0"/>
              <a:pPr/>
              <a:t>Tuesday, August 13, 2024</a:t>
            </a:fld>
            <a:endParaRPr lang="en-US" dirty="0"/>
          </a:p>
        </p:txBody>
      </p:sp>
      <p:sp>
        <p:nvSpPr>
          <p:cNvPr id="11" name="Footer Placeholder 3">
            <a:extLst>
              <a:ext uri="{FF2B5EF4-FFF2-40B4-BE49-F238E27FC236}">
                <a16:creationId xmlns="" xmlns:a16="http://schemas.microsoft.com/office/drawing/2014/main" id="{9B80BD04-4FB9-48ED-8F04-82E1E9B47D6D}"/>
              </a:ext>
            </a:extLst>
          </p:cNvPr>
          <p:cNvSpPr>
            <a:spLocks noGrp="1"/>
          </p:cNvSpPr>
          <p:nvPr>
            <p:ph type="ftr" sz="quarter" idx="12"/>
          </p:nvPr>
        </p:nvSpPr>
        <p:spPr>
          <a:xfrm>
            <a:off x="4138618" y="6286520"/>
            <a:ext cx="2743200" cy="365125"/>
          </a:xfrm>
          <a:ln>
            <a:noFill/>
          </a:ln>
        </p:spPr>
        <p:txBody>
          <a:bodyPr/>
          <a:lstStyle>
            <a:lvl1pPr>
              <a:defRPr b="1">
                <a:solidFill>
                  <a:schemeClr val="bg1">
                    <a:lumMod val="50000"/>
                  </a:schemeClr>
                </a:solidFill>
              </a:defRPr>
            </a:lvl1pPr>
          </a:lstStyle>
          <a:p>
            <a:r>
              <a:rPr lang="en-US" smtClean="0"/>
              <a:t>S. Neelima, Sr. Asst.Prof, Dept.of  IT</a:t>
            </a:r>
            <a:endParaRPr lang="en-US" dirty="0"/>
          </a:p>
        </p:txBody>
      </p:sp>
      <p:sp>
        <p:nvSpPr>
          <p:cNvPr id="13" name="Footer Placeholder 3">
            <a:extLst>
              <a:ext uri="{FF2B5EF4-FFF2-40B4-BE49-F238E27FC236}">
                <a16:creationId xmlns="" xmlns:a16="http://schemas.microsoft.com/office/drawing/2014/main" id="{308BF50B-84FA-461A-853E-B94880E9E727}"/>
              </a:ext>
            </a:extLst>
          </p:cNvPr>
          <p:cNvSpPr txBox="1">
            <a:spLocks/>
          </p:cNvSpPr>
          <p:nvPr userDrawn="1"/>
        </p:nvSpPr>
        <p:spPr>
          <a:xfrm>
            <a:off x="738151" y="6278585"/>
            <a:ext cx="1928825" cy="365125"/>
          </a:xfrm>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lumMod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sv-SE" dirty="0" smtClean="0"/>
              <a:t>Advanced Data Structures</a:t>
            </a:r>
            <a:endParaRPr lang="en-US" dirty="0"/>
          </a:p>
        </p:txBody>
      </p:sp>
    </p:spTree>
    <p:extLst>
      <p:ext uri="{BB962C8B-B14F-4D97-AF65-F5344CB8AC3E}">
        <p14:creationId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D6C631-9239-4D11-BA61-09F7181CE1FB}"/>
              </a:ext>
            </a:extLst>
          </p:cNvPr>
          <p:cNvSpPr>
            <a:spLocks noGrp="1"/>
          </p:cNvSpPr>
          <p:nvPr>
            <p:ph type="title"/>
          </p:nvPr>
        </p:nvSpPr>
        <p:spPr/>
        <p:txBody>
          <a:bodyPr/>
          <a:lstStyle/>
          <a:p>
            <a:r>
              <a:rPr lang="en-US" smtClean="0"/>
              <a:t>Click to edit Master title style</a:t>
            </a:r>
            <a:endParaRPr lang="en-IN"/>
          </a:p>
        </p:txBody>
      </p:sp>
      <p:sp>
        <p:nvSpPr>
          <p:cNvPr id="3" name="Date Placeholder 2">
            <a:extLst>
              <a:ext uri="{FF2B5EF4-FFF2-40B4-BE49-F238E27FC236}">
                <a16:creationId xmlns="" xmlns:a16="http://schemas.microsoft.com/office/drawing/2014/main" id="{B03F9D61-4741-4EB6-928C-183F6ED0860B}"/>
              </a:ext>
            </a:extLst>
          </p:cNvPr>
          <p:cNvSpPr>
            <a:spLocks noGrp="1"/>
          </p:cNvSpPr>
          <p:nvPr>
            <p:ph type="dt" sz="half" idx="10"/>
          </p:nvPr>
        </p:nvSpPr>
        <p:spPr/>
        <p:txBody>
          <a:bodyPr/>
          <a:lstStyle/>
          <a:p>
            <a:fld id="{410E6F8B-7B68-42AC-95D2-1532EE6A5416}" type="datetime2">
              <a:rPr lang="en-US" smtClean="0"/>
              <a:pPr/>
              <a:t>Tuesday, August 13, 2024</a:t>
            </a:fld>
            <a:endParaRPr lang="en-US"/>
          </a:p>
        </p:txBody>
      </p:sp>
      <p:sp>
        <p:nvSpPr>
          <p:cNvPr id="4" name="Footer Placeholder 3">
            <a:extLst>
              <a:ext uri="{FF2B5EF4-FFF2-40B4-BE49-F238E27FC236}">
                <a16:creationId xmlns="" xmlns:a16="http://schemas.microsoft.com/office/drawing/2014/main" id="{7A5A7B3A-4429-42CF-B646-3FD3F3460B9A}"/>
              </a:ext>
            </a:extLst>
          </p:cNvPr>
          <p:cNvSpPr>
            <a:spLocks noGrp="1"/>
          </p:cNvSpPr>
          <p:nvPr>
            <p:ph type="ftr" sz="quarter" idx="11"/>
          </p:nvPr>
        </p:nvSpPr>
        <p:spPr/>
        <p:txBody>
          <a:bodyPr/>
          <a:lstStyle/>
          <a:p>
            <a:r>
              <a:rPr lang="en-US" smtClean="0"/>
              <a:t>S. Neelima, Sr. Asst.Prof, Dept.of  IT</a:t>
            </a:r>
            <a:endParaRPr lang="en-US"/>
          </a:p>
        </p:txBody>
      </p:sp>
      <p:sp>
        <p:nvSpPr>
          <p:cNvPr id="5" name="Slide Number Placeholder 4">
            <a:extLst>
              <a:ext uri="{FF2B5EF4-FFF2-40B4-BE49-F238E27FC236}">
                <a16:creationId xmlns="" xmlns:a16="http://schemas.microsoft.com/office/drawing/2014/main" id="{83245426-362C-48C8-9EA2-C525ADFA6237}"/>
              </a:ext>
            </a:extLst>
          </p:cNvPr>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41572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984D79-7D99-4D24-A266-5900946BBF93}" type="datetime2">
              <a:rPr lang="en-US" smtClean="0"/>
              <a:pPr/>
              <a:t>Tuesday, August 13, 2024</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35515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B9E310-4F3A-4C9F-93AB-A3355C3BA67A}" type="datetime2">
              <a:rPr lang="en-US" smtClean="0"/>
              <a:pPr/>
              <a:t>Tuesday, August 13, 2024</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219804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6867746-6F13-4896-A863-1FD6C798DEA6}" type="datetime2">
              <a:rPr lang="en-US" smtClean="0"/>
              <a:pPr/>
              <a:t>Tuesday, August 13, 2024</a:t>
            </a:fld>
            <a:endParaRPr lang="en-US"/>
          </a:p>
        </p:txBody>
      </p:sp>
      <p:sp>
        <p:nvSpPr>
          <p:cNvPr id="8" name="Footer Placeholder 7"/>
          <p:cNvSpPr>
            <a:spLocks noGrp="1"/>
          </p:cNvSpPr>
          <p:nvPr>
            <p:ph type="ftr" sz="quarter" idx="11"/>
          </p:nvPr>
        </p:nvSpPr>
        <p:spPr/>
        <p:txBody>
          <a:bodyPr/>
          <a:lstStyle/>
          <a:p>
            <a:r>
              <a:rPr lang="en-US" smtClean="0"/>
              <a:t>S. Neelima, Sr. Asst.Prof, Dept.of  IT</a:t>
            </a:r>
            <a:endParaRPr lang="en-US"/>
          </a:p>
        </p:txBody>
      </p:sp>
      <p:sp>
        <p:nvSpPr>
          <p:cNvPr id="9" name="Slide Number Placeholder 8"/>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371997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3186B56-42A0-497A-89E0-11C8C578C0F0}" type="datetime2">
              <a:rPr lang="en-US" smtClean="0"/>
              <a:pPr/>
              <a:t>Tuesday, August 13, 2024</a:t>
            </a:fld>
            <a:endParaRPr lang="en-US"/>
          </a:p>
        </p:txBody>
      </p:sp>
      <p:sp>
        <p:nvSpPr>
          <p:cNvPr id="4" name="Footer Placeholder 3"/>
          <p:cNvSpPr>
            <a:spLocks noGrp="1"/>
          </p:cNvSpPr>
          <p:nvPr>
            <p:ph type="ftr" sz="quarter" idx="11"/>
          </p:nvPr>
        </p:nvSpPr>
        <p:spPr/>
        <p:txBody>
          <a:bodyPr/>
          <a:lstStyle/>
          <a:p>
            <a:r>
              <a:rPr lang="en-US" smtClean="0"/>
              <a:t>S. Neelima, Sr. Asst.Prof, Dept.of  IT</a:t>
            </a:r>
            <a:endParaRPr lang="en-US"/>
          </a:p>
        </p:txBody>
      </p:sp>
      <p:sp>
        <p:nvSpPr>
          <p:cNvPr id="5" name="Slide Number Placeholder 4"/>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1334035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87CB66-D570-420B-94C7-381FA987BB2B}" type="datetime2">
              <a:rPr lang="en-US" smtClean="0"/>
              <a:pPr/>
              <a:t>Tuesday, August 13, 2024</a:t>
            </a:fld>
            <a:endParaRPr lang="en-US"/>
          </a:p>
        </p:txBody>
      </p:sp>
      <p:sp>
        <p:nvSpPr>
          <p:cNvPr id="3" name="Footer Placeholder 2"/>
          <p:cNvSpPr>
            <a:spLocks noGrp="1"/>
          </p:cNvSpPr>
          <p:nvPr>
            <p:ph type="ftr" sz="quarter" idx="11"/>
          </p:nvPr>
        </p:nvSpPr>
        <p:spPr/>
        <p:txBody>
          <a:bodyPr/>
          <a:lstStyle/>
          <a:p>
            <a:r>
              <a:rPr lang="en-US" smtClean="0"/>
              <a:t>S. Neelima, Sr. Asst.Prof, Dept.of  IT</a:t>
            </a:r>
            <a:endParaRPr lang="en-US"/>
          </a:p>
        </p:txBody>
      </p:sp>
      <p:sp>
        <p:nvSpPr>
          <p:cNvPr id="4" name="Slide Number Placeholder 3"/>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48079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0A08D4-6257-445A-A5F7-3E33381DC77C}" type="datetime2">
              <a:rPr lang="en-US" smtClean="0"/>
              <a:pPr/>
              <a:t>Tuesday, August 13, 2024</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57731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A403FC-11D0-407B-AA88-AAF83819ECC8}" type="datetime2">
              <a:rPr lang="en-US" smtClean="0"/>
              <a:pPr/>
              <a:t>Tuesday, August 13, 2024</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150131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8017E2-257D-468C-996A-CE0D58543257}" type="datetime2">
              <a:rPr lang="en-US" smtClean="0"/>
              <a:pPr/>
              <a:t>Tuesday, August 13, 2024</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1387481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919322-913B-4C93-8A96-27428384AF92}" type="datetime2">
              <a:rPr lang="en-US" smtClean="0"/>
              <a:pPr/>
              <a:t>Tuesday, August 13, 2024</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p14="http://schemas.microsoft.com/office/powerpoint/2010/main" val="3510788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974AB3-E57F-47BB-B112-92A4FFCF1FE8}" type="datetime2">
              <a:rPr lang="en-US" smtClean="0"/>
              <a:pPr/>
              <a:t>Tuesday, August 13, 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 Neelima, Sr. Asst.Prof, Dept.of  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29.emf"/><Relationship Id="rId13" Type="http://schemas.openxmlformats.org/officeDocument/2006/relationships/customXml" Target="../ink/ink6.xml"/><Relationship Id="rId18" Type="http://schemas.openxmlformats.org/officeDocument/2006/relationships/image" Target="../media/image34.emf"/><Relationship Id="rId26" Type="http://schemas.openxmlformats.org/officeDocument/2006/relationships/image" Target="../media/image38.emf"/><Relationship Id="rId39" Type="http://schemas.openxmlformats.org/officeDocument/2006/relationships/customXml" Target="../ink/ink19.xml"/><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42.emf"/><Relationship Id="rId42" Type="http://schemas.openxmlformats.org/officeDocument/2006/relationships/image" Target="../media/image46.emf"/><Relationship Id="rId7" Type="http://schemas.openxmlformats.org/officeDocument/2006/relationships/customXml" Target="../ink/ink3.xml"/><Relationship Id="rId12" Type="http://schemas.openxmlformats.org/officeDocument/2006/relationships/image" Target="../media/image31.emf"/><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44.emf"/><Relationship Id="rId2" Type="http://schemas.openxmlformats.org/officeDocument/2006/relationships/image" Target="../media/image26.png"/><Relationship Id="rId16" Type="http://schemas.openxmlformats.org/officeDocument/2006/relationships/image" Target="../media/image33.emf"/><Relationship Id="rId20" Type="http://schemas.openxmlformats.org/officeDocument/2006/relationships/image" Target="../media/image35.emf"/><Relationship Id="rId29" Type="http://schemas.openxmlformats.org/officeDocument/2006/relationships/customXml" Target="../ink/ink14.xml"/><Relationship Id="rId41"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image" Target="../media/image28.emf"/><Relationship Id="rId11" Type="http://schemas.openxmlformats.org/officeDocument/2006/relationships/customXml" Target="../ink/ink5.xml"/><Relationship Id="rId24" Type="http://schemas.openxmlformats.org/officeDocument/2006/relationships/image" Target="../media/image37.emf"/><Relationship Id="rId32" Type="http://schemas.openxmlformats.org/officeDocument/2006/relationships/image" Target="../media/image41.emf"/><Relationship Id="rId37" Type="http://schemas.openxmlformats.org/officeDocument/2006/relationships/customXml" Target="../ink/ink18.xml"/><Relationship Id="rId40" Type="http://schemas.openxmlformats.org/officeDocument/2006/relationships/image" Target="../media/image45.emf"/><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9.emf"/><Relationship Id="rId36" Type="http://schemas.openxmlformats.org/officeDocument/2006/relationships/image" Target="../media/image43.emf"/><Relationship Id="rId10" Type="http://schemas.openxmlformats.org/officeDocument/2006/relationships/image" Target="../media/image30.emf"/><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47.emf"/><Relationship Id="rId4" Type="http://schemas.openxmlformats.org/officeDocument/2006/relationships/image" Target="../media/image27.emf"/><Relationship Id="rId9" Type="http://schemas.openxmlformats.org/officeDocument/2006/relationships/customXml" Target="../ink/ink4.xml"/><Relationship Id="rId14" Type="http://schemas.openxmlformats.org/officeDocument/2006/relationships/image" Target="../media/image32.emf"/><Relationship Id="rId22" Type="http://schemas.openxmlformats.org/officeDocument/2006/relationships/image" Target="../media/image36.emf"/><Relationship Id="rId27" Type="http://schemas.openxmlformats.org/officeDocument/2006/relationships/customXml" Target="../ink/ink13.xml"/><Relationship Id="rId30" Type="http://schemas.openxmlformats.org/officeDocument/2006/relationships/image" Target="../media/image40.emf"/><Relationship Id="rId35" Type="http://schemas.openxmlformats.org/officeDocument/2006/relationships/customXml" Target="../ink/ink17.xml"/><Relationship Id="rId43" Type="http://schemas.openxmlformats.org/officeDocument/2006/relationships/customXml" Target="../ink/ink21.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3" Type="http://schemas.openxmlformats.org/officeDocument/2006/relationships/customXml" Target="../ink/ink27.xml"/><Relationship Id="rId18" Type="http://schemas.openxmlformats.org/officeDocument/2006/relationships/image" Target="../media/image62.emf"/><Relationship Id="rId26" Type="http://schemas.openxmlformats.org/officeDocument/2006/relationships/image" Target="../media/image66.emf"/><Relationship Id="rId39" Type="http://schemas.openxmlformats.org/officeDocument/2006/relationships/customXml" Target="../ink/ink40.xml"/><Relationship Id="rId21" Type="http://schemas.openxmlformats.org/officeDocument/2006/relationships/customXml" Target="../ink/ink31.xml"/><Relationship Id="rId34" Type="http://schemas.openxmlformats.org/officeDocument/2006/relationships/image" Target="../media/image70.emf"/><Relationship Id="rId42" Type="http://schemas.openxmlformats.org/officeDocument/2006/relationships/image" Target="../media/image74.emf"/><Relationship Id="rId47" Type="http://schemas.openxmlformats.org/officeDocument/2006/relationships/customXml" Target="../ink/ink44.xml"/><Relationship Id="rId50" Type="http://schemas.openxmlformats.org/officeDocument/2006/relationships/image" Target="../media/image78.emf"/><Relationship Id="rId55" Type="http://schemas.openxmlformats.org/officeDocument/2006/relationships/customXml" Target="../ink/ink48.xml"/><Relationship Id="rId63" Type="http://schemas.openxmlformats.org/officeDocument/2006/relationships/customXml" Target="../ink/ink52.xml"/><Relationship Id="rId68" Type="http://schemas.openxmlformats.org/officeDocument/2006/relationships/image" Target="../media/image87.emf"/><Relationship Id="rId76" Type="http://schemas.openxmlformats.org/officeDocument/2006/relationships/image" Target="../media/image91.emf"/><Relationship Id="rId7" Type="http://schemas.openxmlformats.org/officeDocument/2006/relationships/customXml" Target="../ink/ink24.xml"/><Relationship Id="rId71" Type="http://schemas.openxmlformats.org/officeDocument/2006/relationships/customXml" Target="../ink/ink56.xml"/><Relationship Id="rId2" Type="http://schemas.openxmlformats.org/officeDocument/2006/relationships/image" Target="../media/image33.png"/><Relationship Id="rId16" Type="http://schemas.openxmlformats.org/officeDocument/2006/relationships/image" Target="../media/image61.emf"/><Relationship Id="rId29" Type="http://schemas.openxmlformats.org/officeDocument/2006/relationships/customXml" Target="../ink/ink35.xml"/><Relationship Id="rId11" Type="http://schemas.openxmlformats.org/officeDocument/2006/relationships/customXml" Target="../ink/ink26.xml"/><Relationship Id="rId24" Type="http://schemas.openxmlformats.org/officeDocument/2006/relationships/image" Target="../media/image65.emf"/><Relationship Id="rId32" Type="http://schemas.openxmlformats.org/officeDocument/2006/relationships/image" Target="../media/image69.emf"/><Relationship Id="rId37" Type="http://schemas.openxmlformats.org/officeDocument/2006/relationships/customXml" Target="../ink/ink39.xml"/><Relationship Id="rId40" Type="http://schemas.openxmlformats.org/officeDocument/2006/relationships/image" Target="../media/image73.emf"/><Relationship Id="rId45" Type="http://schemas.openxmlformats.org/officeDocument/2006/relationships/customXml" Target="../ink/ink43.xml"/><Relationship Id="rId53" Type="http://schemas.openxmlformats.org/officeDocument/2006/relationships/customXml" Target="../ink/ink47.xml"/><Relationship Id="rId58" Type="http://schemas.openxmlformats.org/officeDocument/2006/relationships/image" Target="../media/image82.emf"/><Relationship Id="rId66" Type="http://schemas.openxmlformats.org/officeDocument/2006/relationships/image" Target="../media/image86.emf"/><Relationship Id="rId74" Type="http://schemas.openxmlformats.org/officeDocument/2006/relationships/image" Target="../media/image90.emf"/><Relationship Id="rId5" Type="http://schemas.openxmlformats.org/officeDocument/2006/relationships/customXml" Target="../ink/ink23.xml"/><Relationship Id="rId15" Type="http://schemas.openxmlformats.org/officeDocument/2006/relationships/customXml" Target="../ink/ink28.xml"/><Relationship Id="rId23" Type="http://schemas.openxmlformats.org/officeDocument/2006/relationships/customXml" Target="../ink/ink32.xml"/><Relationship Id="rId28" Type="http://schemas.openxmlformats.org/officeDocument/2006/relationships/image" Target="../media/image67.emf"/><Relationship Id="rId36" Type="http://schemas.openxmlformats.org/officeDocument/2006/relationships/image" Target="../media/image71.emf"/><Relationship Id="rId49" Type="http://schemas.openxmlformats.org/officeDocument/2006/relationships/customXml" Target="../ink/ink45.xml"/><Relationship Id="rId57" Type="http://schemas.openxmlformats.org/officeDocument/2006/relationships/customXml" Target="../ink/ink49.xml"/><Relationship Id="rId61" Type="http://schemas.openxmlformats.org/officeDocument/2006/relationships/customXml" Target="../ink/ink51.xml"/><Relationship Id="rId10" Type="http://schemas.openxmlformats.org/officeDocument/2006/relationships/image" Target="../media/image58.emf"/><Relationship Id="rId19" Type="http://schemas.openxmlformats.org/officeDocument/2006/relationships/customXml" Target="../ink/ink30.xml"/><Relationship Id="rId31" Type="http://schemas.openxmlformats.org/officeDocument/2006/relationships/customXml" Target="../ink/ink36.xml"/><Relationship Id="rId44" Type="http://schemas.openxmlformats.org/officeDocument/2006/relationships/image" Target="../media/image75.emf"/><Relationship Id="rId52" Type="http://schemas.openxmlformats.org/officeDocument/2006/relationships/image" Target="../media/image79.emf"/><Relationship Id="rId60" Type="http://schemas.openxmlformats.org/officeDocument/2006/relationships/image" Target="../media/image83.emf"/><Relationship Id="rId65" Type="http://schemas.openxmlformats.org/officeDocument/2006/relationships/customXml" Target="../ink/ink53.xml"/><Relationship Id="rId73" Type="http://schemas.openxmlformats.org/officeDocument/2006/relationships/customXml" Target="../ink/ink57.xml"/><Relationship Id="rId78" Type="http://schemas.openxmlformats.org/officeDocument/2006/relationships/image" Target="../media/image92.emf"/><Relationship Id="rId4" Type="http://schemas.openxmlformats.org/officeDocument/2006/relationships/image" Target="../media/image55.emf"/><Relationship Id="rId9" Type="http://schemas.openxmlformats.org/officeDocument/2006/relationships/customXml" Target="../ink/ink25.xml"/><Relationship Id="rId14" Type="http://schemas.openxmlformats.org/officeDocument/2006/relationships/image" Target="../media/image60.emf"/><Relationship Id="rId22" Type="http://schemas.openxmlformats.org/officeDocument/2006/relationships/image" Target="../media/image64.emf"/><Relationship Id="rId27" Type="http://schemas.openxmlformats.org/officeDocument/2006/relationships/customXml" Target="../ink/ink34.xml"/><Relationship Id="rId30" Type="http://schemas.openxmlformats.org/officeDocument/2006/relationships/image" Target="../media/image68.emf"/><Relationship Id="rId35" Type="http://schemas.openxmlformats.org/officeDocument/2006/relationships/customXml" Target="../ink/ink38.xml"/><Relationship Id="rId43" Type="http://schemas.openxmlformats.org/officeDocument/2006/relationships/customXml" Target="../ink/ink42.xml"/><Relationship Id="rId48" Type="http://schemas.openxmlformats.org/officeDocument/2006/relationships/image" Target="../media/image77.emf"/><Relationship Id="rId56" Type="http://schemas.openxmlformats.org/officeDocument/2006/relationships/image" Target="../media/image81.emf"/><Relationship Id="rId64" Type="http://schemas.openxmlformats.org/officeDocument/2006/relationships/image" Target="../media/image85.emf"/><Relationship Id="rId69" Type="http://schemas.openxmlformats.org/officeDocument/2006/relationships/customXml" Target="../ink/ink55.xml"/><Relationship Id="rId77" Type="http://schemas.openxmlformats.org/officeDocument/2006/relationships/customXml" Target="../ink/ink59.xml"/><Relationship Id="rId8" Type="http://schemas.openxmlformats.org/officeDocument/2006/relationships/image" Target="../media/image57.emf"/><Relationship Id="rId51" Type="http://schemas.openxmlformats.org/officeDocument/2006/relationships/customXml" Target="../ink/ink46.xml"/><Relationship Id="rId72" Type="http://schemas.openxmlformats.org/officeDocument/2006/relationships/image" Target="../media/image89.emf"/><Relationship Id="rId3" Type="http://schemas.openxmlformats.org/officeDocument/2006/relationships/customXml" Target="../ink/ink22.xml"/><Relationship Id="rId12" Type="http://schemas.openxmlformats.org/officeDocument/2006/relationships/image" Target="../media/image59.emf"/><Relationship Id="rId17" Type="http://schemas.openxmlformats.org/officeDocument/2006/relationships/customXml" Target="../ink/ink29.xml"/><Relationship Id="rId25" Type="http://schemas.openxmlformats.org/officeDocument/2006/relationships/customXml" Target="../ink/ink33.xml"/><Relationship Id="rId33" Type="http://schemas.openxmlformats.org/officeDocument/2006/relationships/customXml" Target="../ink/ink37.xml"/><Relationship Id="rId38" Type="http://schemas.openxmlformats.org/officeDocument/2006/relationships/image" Target="../media/image72.emf"/><Relationship Id="rId46" Type="http://schemas.openxmlformats.org/officeDocument/2006/relationships/image" Target="../media/image76.emf"/><Relationship Id="rId59" Type="http://schemas.openxmlformats.org/officeDocument/2006/relationships/customXml" Target="../ink/ink50.xml"/><Relationship Id="rId67" Type="http://schemas.openxmlformats.org/officeDocument/2006/relationships/customXml" Target="../ink/ink54.xml"/><Relationship Id="rId20" Type="http://schemas.openxmlformats.org/officeDocument/2006/relationships/image" Target="../media/image63.emf"/><Relationship Id="rId41" Type="http://schemas.openxmlformats.org/officeDocument/2006/relationships/customXml" Target="../ink/ink41.xml"/><Relationship Id="rId54" Type="http://schemas.openxmlformats.org/officeDocument/2006/relationships/image" Target="../media/image80.emf"/><Relationship Id="rId62" Type="http://schemas.openxmlformats.org/officeDocument/2006/relationships/image" Target="../media/image84.emf"/><Relationship Id="rId70" Type="http://schemas.openxmlformats.org/officeDocument/2006/relationships/image" Target="../media/image88.emf"/><Relationship Id="rId75" Type="http://schemas.openxmlformats.org/officeDocument/2006/relationships/customXml" Target="../ink/ink58.xml"/><Relationship Id="rId1" Type="http://schemas.openxmlformats.org/officeDocument/2006/relationships/slideLayout" Target="../slideLayouts/slideLayout2.xml"/><Relationship Id="rId6" Type="http://schemas.openxmlformats.org/officeDocument/2006/relationships/image" Target="../media/image56.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 xmlns:a16="http://schemas.microsoft.com/office/drawing/2014/main" id="{42282911-4A61-4A42-8E73-D723BEBE2DB8}"/>
              </a:ext>
            </a:extLst>
          </p:cNvPr>
          <p:cNvSpPr>
            <a:spLocks noGrp="1"/>
          </p:cNvSpPr>
          <p:nvPr>
            <p:ph type="ctrTitle"/>
          </p:nvPr>
        </p:nvSpPr>
        <p:spPr>
          <a:xfrm>
            <a:off x="1487488" y="1988840"/>
            <a:ext cx="9541060" cy="930313"/>
          </a:xfrm>
        </p:spPr>
        <p:txBody>
          <a:bodyPr>
            <a:normAutofit fontScale="90000"/>
          </a:bodyPr>
          <a:lstStyle/>
          <a:p>
            <a:r>
              <a:rPr lang="en-IN" dirty="0" smtClean="0">
                <a:latin typeface="Eras Bold ITC" panose="020B0907030504020204" pitchFamily="34" charset="0"/>
                <a:cs typeface="Times New Roman" panose="02020603050405020304" pitchFamily="18" charset="0"/>
              </a:rPr>
              <a:t>ADVANCED DATA </a:t>
            </a:r>
            <a:r>
              <a:rPr lang="en-US" dirty="0" smtClean="0">
                <a:latin typeface="Eras Bold ITC" panose="020B0907030504020204" pitchFamily="34" charset="0"/>
                <a:cs typeface="Times New Roman" panose="02020603050405020304" pitchFamily="18" charset="0"/>
              </a:rPr>
              <a:t>STRUCTURES</a:t>
            </a:r>
            <a:endParaRPr lang="en-IN" dirty="0">
              <a:latin typeface="Eras Bold ITC" panose="020B0907030504020204" pitchFamily="34" charset="0"/>
              <a:cs typeface="Times New Roman" panose="02020603050405020304" pitchFamily="18" charset="0"/>
            </a:endParaRPr>
          </a:p>
        </p:txBody>
      </p:sp>
      <p:sp>
        <p:nvSpPr>
          <p:cNvPr id="12" name="Subtitle 2">
            <a:extLst>
              <a:ext uri="{FF2B5EF4-FFF2-40B4-BE49-F238E27FC236}">
                <a16:creationId xmlns="" xmlns:a16="http://schemas.microsoft.com/office/drawing/2014/main" id="{374C6B0C-371A-41E0-BF7D-B301E36AAB91}"/>
              </a:ext>
            </a:extLst>
          </p:cNvPr>
          <p:cNvSpPr>
            <a:spLocks noGrp="1"/>
          </p:cNvSpPr>
          <p:nvPr>
            <p:ph type="subTitle" idx="1"/>
          </p:nvPr>
        </p:nvSpPr>
        <p:spPr>
          <a:xfrm>
            <a:off x="2829018" y="3429000"/>
            <a:ext cx="6858000" cy="2376264"/>
          </a:xfrm>
        </p:spPr>
        <p:txBody>
          <a:bodyPr>
            <a:normAutofit fontScale="92500" lnSpcReduction="10000"/>
          </a:bodyPr>
          <a:lstStyle/>
          <a:p>
            <a:pPr>
              <a:spcBef>
                <a:spcPts val="600"/>
              </a:spcBef>
            </a:pPr>
            <a:r>
              <a:rPr lang="en-IN" dirty="0"/>
              <a:t>By </a:t>
            </a:r>
          </a:p>
          <a:p>
            <a:pPr>
              <a:spcBef>
                <a:spcPts val="600"/>
              </a:spcBef>
            </a:pPr>
            <a:endParaRPr lang="en-IN" sz="1300" dirty="0"/>
          </a:p>
          <a:p>
            <a:pPr>
              <a:spcBef>
                <a:spcPts val="600"/>
              </a:spcBef>
            </a:pPr>
            <a:r>
              <a:rPr lang="en-IN" sz="4000" b="1" dirty="0" smtClean="0">
                <a:solidFill>
                  <a:srgbClr val="660066"/>
                </a:solidFill>
              </a:rPr>
              <a:t>Sr. </a:t>
            </a:r>
            <a:r>
              <a:rPr lang="en-IN" sz="4000" b="1" dirty="0" err="1" smtClean="0">
                <a:solidFill>
                  <a:srgbClr val="660066"/>
                </a:solidFill>
              </a:rPr>
              <a:t>Asst.Prof</a:t>
            </a:r>
            <a:r>
              <a:rPr lang="en-IN" sz="4000" b="1" dirty="0" smtClean="0">
                <a:solidFill>
                  <a:srgbClr val="660066"/>
                </a:solidFill>
              </a:rPr>
              <a:t>. S </a:t>
            </a:r>
            <a:r>
              <a:rPr lang="en-IN" sz="4000" b="1" dirty="0" err="1" smtClean="0">
                <a:solidFill>
                  <a:srgbClr val="660066"/>
                </a:solidFill>
              </a:rPr>
              <a:t>Neelima</a:t>
            </a:r>
            <a:endParaRPr lang="en-IN" sz="4000" b="1" dirty="0">
              <a:solidFill>
                <a:srgbClr val="660066"/>
              </a:solidFill>
            </a:endParaRPr>
          </a:p>
          <a:p>
            <a:r>
              <a:rPr lang="en-IN" dirty="0" smtClean="0"/>
              <a:t>Dept of Information Technology</a:t>
            </a:r>
          </a:p>
          <a:p>
            <a:r>
              <a:rPr lang="en-IN" dirty="0" err="1" smtClean="0"/>
              <a:t>Aditya</a:t>
            </a:r>
            <a:r>
              <a:rPr lang="en-IN" dirty="0" smtClean="0"/>
              <a:t> Engineering College(A)</a:t>
            </a:r>
          </a:p>
          <a:p>
            <a:r>
              <a:rPr lang="en-IN" dirty="0" err="1" smtClean="0"/>
              <a:t>Surampalem</a:t>
            </a:r>
            <a:r>
              <a:rPr lang="en-IN" dirty="0" smtClean="0"/>
              <a:t>.</a:t>
            </a:r>
          </a:p>
          <a:p>
            <a:pPr>
              <a:spcBef>
                <a:spcPts val="600"/>
              </a:spcBef>
            </a:pPr>
            <a:endParaRPr lang="en-IN" dirty="0"/>
          </a:p>
          <a:p>
            <a:endParaRPr lang="en-IN"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buNone/>
            </a:pPr>
            <a:endParaRPr lang="en-US" b="1" u="sng" dirty="0" smtClean="0"/>
          </a:p>
          <a:p>
            <a:pPr algn="ctr">
              <a:buNone/>
            </a:pPr>
            <a:endParaRPr lang="en-US" b="1" u="sng" dirty="0" smtClean="0"/>
          </a:p>
          <a:p>
            <a:pPr algn="ctr">
              <a:buNone/>
            </a:pPr>
            <a:r>
              <a:rPr lang="en-US" sz="4800" b="1" dirty="0" smtClean="0">
                <a:latin typeface="Times New Roman" pitchFamily="18" charset="0"/>
                <a:cs typeface="Times New Roman" pitchFamily="18" charset="0"/>
              </a:rPr>
              <a:t>UNIT-III</a:t>
            </a:r>
            <a:endParaRPr lang="en-US" sz="4800" dirty="0">
              <a:latin typeface="Times New Roman" pitchFamily="18" charset="0"/>
              <a:cs typeface="Times New Roman" pitchFamily="18" charset="0"/>
            </a:endParaRPr>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285860"/>
            <a:ext cx="10515600" cy="4807435"/>
          </a:xfrm>
        </p:spPr>
        <p:txBody>
          <a:bodyPr>
            <a:normAutofit/>
          </a:bodyPr>
          <a:lstStyle/>
          <a:p>
            <a:pPr algn="ctr">
              <a:buNone/>
            </a:pPr>
            <a:r>
              <a:rPr lang="en-US" sz="3600" u="sng" dirty="0" smtClean="0">
                <a:solidFill>
                  <a:srgbClr val="FF0000"/>
                </a:solidFill>
              </a:rPr>
              <a:t>Binary Search Trees</a:t>
            </a:r>
          </a:p>
          <a:p>
            <a:r>
              <a:rPr lang="en-US" sz="3600" dirty="0" smtClean="0"/>
              <a:t>We consider a particular kind of a binary tree called a Binary Search Tree (BST). </a:t>
            </a:r>
          </a:p>
          <a:p>
            <a:r>
              <a:rPr lang="en-US" sz="3600" dirty="0" smtClean="0"/>
              <a:t>The basic idea behind this data structure is to have such a storing repository that provides the efficient way of data sorting, searching and </a:t>
            </a:r>
            <a:r>
              <a:rPr lang="en-US" sz="3600" dirty="0" err="1" smtClean="0"/>
              <a:t>retriving</a:t>
            </a:r>
            <a:r>
              <a:rPr lang="en-US" sz="3600" dirty="0" smtClean="0"/>
              <a:t>.</a:t>
            </a:r>
            <a:endParaRPr lang="en-US" sz="3600" u="sng" dirty="0">
              <a:solidFill>
                <a:srgbClr val="FF0000"/>
              </a:solidFill>
            </a:endParaRPr>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
        <p:nvSpPr>
          <p:cNvPr id="5" name="TextBox 4">
            <a:extLst>
              <a:ext uri="{FF2B5EF4-FFF2-40B4-BE49-F238E27FC236}">
                <a16:creationId xmlns="" xmlns:a16="http://schemas.microsoft.com/office/drawing/2014/main" id="{7862E4AC-212E-43EC-956C-B30F3E8CC9D6}"/>
              </a:ext>
            </a:extLst>
          </p:cNvPr>
          <p:cNvSpPr txBox="1"/>
          <p:nvPr/>
        </p:nvSpPr>
        <p:spPr>
          <a:xfrm>
            <a:off x="809588" y="500042"/>
            <a:ext cx="10561550" cy="769441"/>
          </a:xfrm>
          <a:prstGeom prst="rect">
            <a:avLst/>
          </a:prstGeom>
          <a:noFill/>
        </p:spPr>
        <p:txBody>
          <a:bodyPr wrap="square" rtlCol="0">
            <a:spAutoFit/>
          </a:bodyPr>
          <a:lstStyle/>
          <a:p>
            <a:pPr algn="ctr"/>
            <a:r>
              <a:rPr lang="en-US" sz="4400" dirty="0" smtClean="0">
                <a:solidFill>
                  <a:srgbClr val="FF0000"/>
                </a:solidFill>
                <a:latin typeface="Times New Roman" panose="02020603050405020304" pitchFamily="18" charset="0"/>
                <a:cs typeface="Times New Roman" panose="02020603050405020304" pitchFamily="18" charset="0"/>
              </a:rPr>
              <a:t>Efficient Binary Search Trees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lstStyle/>
          <a:p>
            <a:pPr>
              <a:buNone/>
            </a:pPr>
            <a:r>
              <a:rPr lang="en-US" dirty="0" smtClean="0">
                <a:solidFill>
                  <a:srgbClr val="FF0000"/>
                </a:solidFill>
              </a:rPr>
              <a:t>A BST is a binary tree where nodes are ordered in the following </a:t>
            </a:r>
            <a:r>
              <a:rPr lang="en-US" dirty="0" err="1" smtClean="0">
                <a:solidFill>
                  <a:srgbClr val="FF0000"/>
                </a:solidFill>
              </a:rPr>
              <a:t>way:each</a:t>
            </a:r>
            <a:r>
              <a:rPr lang="en-US" dirty="0" smtClean="0">
                <a:solidFill>
                  <a:srgbClr val="FF0000"/>
                </a:solidFill>
              </a:rPr>
              <a:t> node contains one key (also known as data)</a:t>
            </a:r>
          </a:p>
          <a:p>
            <a:r>
              <a:rPr lang="en-US" dirty="0" smtClean="0"/>
              <a:t>the keys in the left </a:t>
            </a:r>
            <a:r>
              <a:rPr lang="en-US" dirty="0" err="1" smtClean="0"/>
              <a:t>subtree</a:t>
            </a:r>
            <a:r>
              <a:rPr lang="en-US" dirty="0" smtClean="0"/>
              <a:t> are less then the key in its parent node, in short L &lt; P;</a:t>
            </a:r>
          </a:p>
          <a:p>
            <a:r>
              <a:rPr lang="en-US" dirty="0" smtClean="0"/>
              <a:t>the keys in the right </a:t>
            </a:r>
            <a:r>
              <a:rPr lang="en-US" dirty="0" err="1" smtClean="0"/>
              <a:t>subtree</a:t>
            </a:r>
            <a:r>
              <a:rPr lang="en-US" dirty="0" smtClean="0"/>
              <a:t> are greater the key in its parent node, in short P &lt; R;</a:t>
            </a:r>
          </a:p>
          <a:p>
            <a:r>
              <a:rPr lang="en-US" dirty="0" smtClean="0"/>
              <a:t>duplicate keys are not allowed.</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809720" y="571480"/>
            <a:ext cx="5786478" cy="3367094"/>
          </a:xfrm>
          <a:prstGeom prst="rect">
            <a:avLst/>
          </a:prstGeom>
          <a:noFill/>
          <a:ln w="9525">
            <a:noFill/>
            <a:miter lim="800000"/>
            <a:headEnd/>
            <a:tailEnd/>
          </a:ln>
          <a:effectLst/>
        </p:spPr>
      </p:pic>
      <p:sp>
        <p:nvSpPr>
          <p:cNvPr id="9" name="Rectangle 8"/>
          <p:cNvSpPr/>
          <p:nvPr/>
        </p:nvSpPr>
        <p:spPr>
          <a:xfrm>
            <a:off x="1309654" y="4572008"/>
            <a:ext cx="9858444" cy="1569660"/>
          </a:xfrm>
          <a:prstGeom prst="rect">
            <a:avLst/>
          </a:prstGeom>
        </p:spPr>
        <p:txBody>
          <a:bodyPr wrap="square">
            <a:spAutoFit/>
          </a:bodyPr>
          <a:lstStyle/>
          <a:p>
            <a:r>
              <a:rPr lang="en-US" sz="2400" dirty="0" smtClean="0"/>
              <a:t>In the above tree all nodes in the left </a:t>
            </a:r>
            <a:r>
              <a:rPr lang="en-US" sz="2400" dirty="0" err="1" smtClean="0"/>
              <a:t>subtree</a:t>
            </a:r>
            <a:r>
              <a:rPr lang="en-US" sz="2400" dirty="0" smtClean="0"/>
              <a:t> of 10 have keys &lt; 10 while all nodes in the right </a:t>
            </a:r>
            <a:r>
              <a:rPr lang="en-US" sz="2400" dirty="0" err="1" smtClean="0"/>
              <a:t>subtree</a:t>
            </a:r>
            <a:r>
              <a:rPr lang="en-US" sz="2400" dirty="0" smtClean="0"/>
              <a:t> &gt; 10. Because both the left and right </a:t>
            </a:r>
            <a:r>
              <a:rPr lang="en-US" sz="2400" dirty="0" err="1" smtClean="0"/>
              <a:t>subtrees</a:t>
            </a:r>
            <a:r>
              <a:rPr lang="en-US" sz="2400" dirty="0" smtClean="0"/>
              <a:t> of a BST are again search trees; the above definition is recursively applied to all internal nodes:</a:t>
            </a:r>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
        <p:nvSpPr>
          <p:cNvPr id="6" name="Content Placeholder 5"/>
          <p:cNvSpPr>
            <a:spLocks noGrp="1"/>
          </p:cNvSpPr>
          <p:nvPr>
            <p:ph idx="1"/>
          </p:nvPr>
        </p:nvSpPr>
        <p:spPr>
          <a:xfrm>
            <a:off x="869085" y="857232"/>
            <a:ext cx="10515600" cy="5236063"/>
          </a:xfrm>
        </p:spPr>
        <p:txBody>
          <a:bodyPr/>
          <a:lstStyle/>
          <a:p>
            <a:pPr fontAlgn="base">
              <a:buNone/>
            </a:pPr>
            <a:r>
              <a:rPr lang="en-US" b="1" dirty="0" smtClean="0">
                <a:solidFill>
                  <a:srgbClr val="FF0000"/>
                </a:solidFill>
              </a:rPr>
              <a:t>Basic operations on a BST</a:t>
            </a:r>
          </a:p>
          <a:p>
            <a:pPr fontAlgn="base"/>
            <a:r>
              <a:rPr lang="en-US" dirty="0" smtClean="0"/>
              <a:t>Create: creates an empty tree.</a:t>
            </a:r>
          </a:p>
          <a:p>
            <a:pPr fontAlgn="base"/>
            <a:r>
              <a:rPr lang="en-US" dirty="0" smtClean="0"/>
              <a:t>Insert: insert a node in the tree.</a:t>
            </a:r>
          </a:p>
          <a:p>
            <a:pPr fontAlgn="base"/>
            <a:r>
              <a:rPr lang="en-US" dirty="0" smtClean="0"/>
              <a:t>Search: Searches for a node in the tree.</a:t>
            </a:r>
          </a:p>
          <a:p>
            <a:pPr fontAlgn="base"/>
            <a:r>
              <a:rPr lang="en-US" dirty="0" smtClean="0"/>
              <a:t>Delete: deletes a node from the tree.</a:t>
            </a:r>
          </a:p>
          <a:p>
            <a:pPr fontAlgn="base"/>
            <a:r>
              <a:rPr lang="en-US" dirty="0" err="1" smtClean="0"/>
              <a:t>Inorder</a:t>
            </a:r>
            <a:r>
              <a:rPr lang="en-US" dirty="0" smtClean="0"/>
              <a:t>: in-order traversal of the tree.</a:t>
            </a:r>
          </a:p>
          <a:p>
            <a:pPr fontAlgn="base"/>
            <a:r>
              <a:rPr lang="en-US" dirty="0" smtClean="0"/>
              <a:t>Preorder: pre-order traversal of the tree.</a:t>
            </a:r>
          </a:p>
          <a:p>
            <a:pPr fontAlgn="base"/>
            <a:r>
              <a:rPr lang="en-US" dirty="0" err="1" smtClean="0"/>
              <a:t>Postorder</a:t>
            </a:r>
            <a:r>
              <a:rPr lang="en-US" dirty="0" smtClean="0"/>
              <a:t>: post-order traversal of the tree.</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lgn="ctr">
              <a:buNone/>
            </a:pPr>
            <a:r>
              <a:rPr lang="en-US" b="1" dirty="0" smtClean="0">
                <a:solidFill>
                  <a:srgbClr val="FF0000"/>
                </a:solidFill>
              </a:rPr>
              <a:t>Self-Balancing Binary Search Trees</a:t>
            </a:r>
          </a:p>
          <a:p>
            <a:pPr algn="ctr">
              <a:buNone/>
            </a:pPr>
            <a:endParaRPr lang="en-US" b="1" dirty="0" smtClean="0">
              <a:solidFill>
                <a:srgbClr val="FF0000"/>
              </a:solidFill>
            </a:endParaRPr>
          </a:p>
          <a:p>
            <a:pPr>
              <a:buNone/>
            </a:pPr>
            <a:r>
              <a:rPr lang="en-US" b="1" dirty="0" smtClean="0"/>
              <a:t>		Self-Balancing Binary Search Trees</a:t>
            </a:r>
            <a:r>
              <a:rPr lang="en-US" dirty="0" smtClean="0"/>
              <a:t> are </a:t>
            </a:r>
            <a:r>
              <a:rPr lang="en-US" b="1" i="1" dirty="0" smtClean="0"/>
              <a:t>height-balanced</a:t>
            </a:r>
            <a:r>
              <a:rPr lang="en-US" dirty="0" smtClean="0"/>
              <a:t> binary search trees that automatically keeps height as small as possible when insertion and deletion operations are performed on tree.</a:t>
            </a:r>
            <a:endParaRPr lang="en-US" dirty="0" smtClean="0">
              <a:solidFill>
                <a:srgbClr val="FF0000"/>
              </a:solidFill>
            </a:endParaRP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166778" y="928670"/>
            <a:ext cx="9715568" cy="446565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166778" y="428604"/>
            <a:ext cx="10001320" cy="557216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71546"/>
            <a:ext cx="10515600" cy="5021749"/>
          </a:xfrm>
        </p:spPr>
        <p:txBody>
          <a:bodyPr/>
          <a:lstStyle/>
          <a:p>
            <a:r>
              <a:rPr lang="en-US" dirty="0" smtClean="0"/>
              <a:t>So, a binary tree is said to be </a:t>
            </a:r>
            <a:r>
              <a:rPr lang="en-US" b="1" dirty="0" smtClean="0"/>
              <a:t>balanced</a:t>
            </a:r>
            <a:r>
              <a:rPr lang="en-US" dirty="0" smtClean="0"/>
              <a:t> if the height of left and right children of every node differ by either </a:t>
            </a:r>
            <a:r>
              <a:rPr lang="en-US" b="1" dirty="0" smtClean="0"/>
              <a:t>-1</a:t>
            </a:r>
            <a:r>
              <a:rPr lang="en-US" dirty="0" smtClean="0"/>
              <a:t>, </a:t>
            </a:r>
            <a:r>
              <a:rPr lang="en-US" b="1" dirty="0" smtClean="0"/>
              <a:t>0</a:t>
            </a:r>
            <a:r>
              <a:rPr lang="en-US" dirty="0" smtClean="0"/>
              <a:t> or </a:t>
            </a:r>
            <a:r>
              <a:rPr lang="en-US" b="1" dirty="0" smtClean="0"/>
              <a:t>+1</a:t>
            </a:r>
            <a:r>
              <a:rPr lang="en-US" dirty="0" smtClean="0"/>
              <a:t>. This value is known as the </a:t>
            </a:r>
            <a:r>
              <a:rPr lang="en-US" b="1" dirty="0" smtClean="0"/>
              <a:t>balance factor</a:t>
            </a:r>
            <a:r>
              <a:rPr lang="en-US" dirty="0" smtClean="0"/>
              <a:t>.</a:t>
            </a:r>
          </a:p>
          <a:p>
            <a:r>
              <a:rPr lang="en-US" b="1" i="1" dirty="0" smtClean="0"/>
              <a:t>Balance factor = Height of the left </a:t>
            </a:r>
            <a:r>
              <a:rPr lang="en-US" b="1" i="1" dirty="0" err="1" smtClean="0"/>
              <a:t>subtree</a:t>
            </a:r>
            <a:r>
              <a:rPr lang="en-US" b="1" i="1" dirty="0" smtClean="0"/>
              <a:t> - Height of the right </a:t>
            </a:r>
            <a:r>
              <a:rPr lang="en-US" b="1" i="1" dirty="0" err="1" smtClean="0"/>
              <a:t>subtree</a:t>
            </a:r>
            <a:endParaRPr lang="en-US" i="1" dirty="0" smtClean="0"/>
          </a:p>
          <a:p>
            <a:pPr algn="ctr">
              <a:buNone/>
            </a:pPr>
            <a:r>
              <a:rPr lang="en-US" dirty="0" smtClean="0"/>
              <a:t>(or)</a:t>
            </a:r>
          </a:p>
          <a:p>
            <a:pPr>
              <a:buNone/>
            </a:pPr>
            <a:r>
              <a:rPr lang="en-US" b="1" dirty="0" smtClean="0">
                <a:solidFill>
                  <a:srgbClr val="FF0000"/>
                </a:solidFill>
              </a:rPr>
              <a:t>Balance factor:</a:t>
            </a:r>
            <a:endParaRPr lang="en-US" dirty="0" smtClean="0">
              <a:solidFill>
                <a:srgbClr val="FF0000"/>
              </a:solidFill>
            </a:endParaRPr>
          </a:p>
          <a:p>
            <a:r>
              <a:rPr lang="en-US" dirty="0" smtClean="0"/>
              <a:t>The balance factor of a binary tree is the difference in height between its left and right sub trees. 			</a:t>
            </a:r>
          </a:p>
          <a:p>
            <a:pPr>
              <a:buNone/>
            </a:pPr>
            <a:r>
              <a:rPr lang="en-US" dirty="0" smtClean="0"/>
              <a:t>				i.e. </a:t>
            </a:r>
            <a:r>
              <a:rPr lang="en-US" b="1" dirty="0" smtClean="0"/>
              <a:t>Balance factor = H</a:t>
            </a:r>
            <a:r>
              <a:rPr lang="en-US" b="1" baseline="-25000" dirty="0" smtClean="0"/>
              <a:t>L </a:t>
            </a:r>
            <a:r>
              <a:rPr lang="en-US" b="1" dirty="0" smtClean="0"/>
              <a:t>- H</a:t>
            </a:r>
            <a:r>
              <a:rPr lang="en-US" b="1" baseline="-25000" dirty="0" smtClean="0"/>
              <a:t>R</a:t>
            </a: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normAutofit lnSpcReduction="10000"/>
          </a:bodyPr>
          <a:lstStyle/>
          <a:p>
            <a:pPr algn="ctr">
              <a:buNone/>
            </a:pPr>
            <a:r>
              <a:rPr lang="en-US" b="1" u="sng" dirty="0" smtClean="0">
                <a:solidFill>
                  <a:srgbClr val="FF0000"/>
                </a:solidFill>
              </a:rPr>
              <a:t>AVL TREES</a:t>
            </a:r>
          </a:p>
          <a:p>
            <a:r>
              <a:rPr lang="en-US" dirty="0" smtClean="0"/>
              <a:t>In 1962, two Russian mathematicians, G.M </a:t>
            </a:r>
            <a:r>
              <a:rPr lang="en-US" dirty="0" err="1" smtClean="0"/>
              <a:t>Adelson</a:t>
            </a:r>
            <a:r>
              <a:rPr lang="en-US" dirty="0" smtClean="0"/>
              <a:t> – </a:t>
            </a:r>
            <a:r>
              <a:rPr lang="en-US" dirty="0" err="1" smtClean="0"/>
              <a:t>velskii</a:t>
            </a:r>
            <a:r>
              <a:rPr lang="en-US" dirty="0" smtClean="0"/>
              <a:t> and E.M Landis, aerated the balanced binary tree structure that is named after them – the AVL tree.</a:t>
            </a:r>
          </a:p>
          <a:p>
            <a:r>
              <a:rPr lang="en-US" dirty="0" smtClean="0"/>
              <a:t>An AVL tree is a search tree in which the heights of the sub trees differ by no more than 1. It is thus a balanced binary tree.</a:t>
            </a:r>
          </a:p>
          <a:p>
            <a:r>
              <a:rPr lang="en-US" dirty="0" smtClean="0"/>
              <a:t>An AVL tree is a binary tree that either is empty or consists of two AVL sub tree, T</a:t>
            </a:r>
            <a:r>
              <a:rPr lang="en-US" baseline="-25000" dirty="0" smtClean="0"/>
              <a:t>L </a:t>
            </a:r>
            <a:r>
              <a:rPr lang="en-US" dirty="0" smtClean="0"/>
              <a:t>and T</a:t>
            </a:r>
            <a:r>
              <a:rPr lang="en-US" baseline="-25000" dirty="0" smtClean="0"/>
              <a:t>R</a:t>
            </a:r>
            <a:r>
              <a:rPr lang="en-US" dirty="0" smtClean="0"/>
              <a:t>, whose heights differ by no more than 1.</a:t>
            </a:r>
          </a:p>
          <a:p>
            <a:pPr>
              <a:buNone/>
            </a:pPr>
            <a:r>
              <a:rPr lang="en-US" b="1" dirty="0" smtClean="0"/>
              <a:t>				| H</a:t>
            </a:r>
            <a:r>
              <a:rPr lang="en-US" b="1" baseline="-25000" dirty="0" smtClean="0"/>
              <a:t>L </a:t>
            </a:r>
            <a:r>
              <a:rPr lang="en-US" b="1" dirty="0" smtClean="0"/>
              <a:t>- H</a:t>
            </a:r>
            <a:r>
              <a:rPr lang="en-US" b="1" baseline="-25000" dirty="0" smtClean="0"/>
              <a:t>R</a:t>
            </a:r>
            <a:r>
              <a:rPr lang="en-US" b="1" dirty="0" smtClean="0"/>
              <a:t> | &lt; = 1</a:t>
            </a:r>
            <a:endParaRPr lang="en-US" dirty="0" smtClean="0"/>
          </a:p>
          <a:p>
            <a:r>
              <a:rPr lang="en-US" dirty="0" smtClean="0"/>
              <a:t>Where H</a:t>
            </a:r>
            <a:r>
              <a:rPr lang="en-US" baseline="-25000" dirty="0" smtClean="0"/>
              <a:t>L </a:t>
            </a:r>
            <a:r>
              <a:rPr lang="en-US" dirty="0" smtClean="0"/>
              <a:t>is the height of the left sub tree, H</a:t>
            </a:r>
            <a:r>
              <a:rPr lang="en-US" baseline="-25000" dirty="0" smtClean="0"/>
              <a:t>R </a:t>
            </a:r>
            <a:r>
              <a:rPr lang="en-US" dirty="0" smtClean="0"/>
              <a:t>is the height of the right sub tree</a:t>
            </a:r>
          </a:p>
          <a:p>
            <a:r>
              <a:rPr lang="en-US" dirty="0" smtClean="0"/>
              <a:t>The bar symbols indicate absolute value.</a:t>
            </a:r>
          </a:p>
          <a:p>
            <a:endParaRPr lang="en-US" dirty="0" smtClean="0"/>
          </a:p>
          <a:p>
            <a:pPr algn="ctr">
              <a:buNone/>
            </a:pP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Consider an example: AVL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4099" name="Picture 3"/>
          <p:cNvPicPr>
            <a:picLocks noChangeAspect="1" noChangeArrowheads="1"/>
          </p:cNvPicPr>
          <p:nvPr/>
        </p:nvPicPr>
        <p:blipFill>
          <a:blip r:embed="rId2"/>
          <a:srcRect/>
          <a:stretch>
            <a:fillRect/>
          </a:stretch>
        </p:blipFill>
        <p:spPr bwMode="auto">
          <a:xfrm>
            <a:off x="1666844" y="1733550"/>
            <a:ext cx="9144064" cy="3767152"/>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normAutofit/>
          </a:bodyPr>
          <a:lstStyle/>
          <a:p>
            <a:pPr>
              <a:buNone/>
            </a:pPr>
            <a:r>
              <a:rPr lang="en-US" b="1" dirty="0" smtClean="0"/>
              <a:t>AVL Tree Balance factor:</a:t>
            </a:r>
            <a:endParaRPr lang="en-US" dirty="0" smtClean="0"/>
          </a:p>
          <a:p>
            <a:pPr>
              <a:buNone/>
            </a:pPr>
            <a:r>
              <a:rPr lang="en-US" b="1" dirty="0" smtClean="0"/>
              <a:t> </a:t>
            </a:r>
            <a:r>
              <a:rPr lang="en-US" dirty="0" smtClean="0"/>
              <a:t>The Balance factor for any node in an AVL tree must be +1, 0, -1.</a:t>
            </a:r>
          </a:p>
          <a:p>
            <a:endParaRPr lang="en-US" dirty="0" smtClean="0"/>
          </a:p>
          <a:p>
            <a:pPr>
              <a:buNone/>
            </a:pPr>
            <a:r>
              <a:rPr lang="en-US" dirty="0" smtClean="0"/>
              <a:t>		We use the descriptive identifiers </a:t>
            </a:r>
          </a:p>
          <a:p>
            <a:pPr lvl="0"/>
            <a:r>
              <a:rPr lang="en-US" b="1" dirty="0" smtClean="0"/>
              <a:t>LH</a:t>
            </a:r>
            <a:r>
              <a:rPr lang="en-US" dirty="0" smtClean="0"/>
              <a:t> for left high (+1) to indicate that the length sub tree is higher than the right sub tree</a:t>
            </a:r>
          </a:p>
          <a:p>
            <a:pPr lvl="0"/>
            <a:r>
              <a:rPr lang="en-US" b="1" dirty="0" smtClean="0"/>
              <a:t>EH</a:t>
            </a:r>
            <a:r>
              <a:rPr lang="en-US" dirty="0" smtClean="0"/>
              <a:t> for even high (0) to indicate that the sub tree are the same height </a:t>
            </a:r>
          </a:p>
          <a:p>
            <a:pPr lvl="0"/>
            <a:r>
              <a:rPr lang="en-US" b="1" dirty="0" smtClean="0"/>
              <a:t>RH</a:t>
            </a:r>
            <a:r>
              <a:rPr lang="en-US" dirty="0" smtClean="0"/>
              <a:t> for right high (-1) to indicate that the left sub tree is shortest than the right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lstStyle/>
          <a:p>
            <a:pPr>
              <a:buNone/>
            </a:pPr>
            <a:r>
              <a:rPr lang="en-US" b="1" dirty="0" smtClean="0">
                <a:solidFill>
                  <a:srgbClr val="002060"/>
                </a:solidFill>
              </a:rPr>
              <a:t>Rotations in AVL Trees</a:t>
            </a:r>
          </a:p>
          <a:p>
            <a:r>
              <a:rPr lang="en-US" dirty="0" smtClean="0"/>
              <a:t>After performing insertions or deletions in an AVL tree, we have to check whether the balance factor condition is satisfied by all the nodes. If the tree is not balanced, then we have to do </a:t>
            </a:r>
            <a:r>
              <a:rPr lang="en-US" b="1" dirty="0" smtClean="0"/>
              <a:t>rotations</a:t>
            </a:r>
            <a:r>
              <a:rPr lang="en-US" dirty="0" smtClean="0"/>
              <a:t> to make it balanced.</a:t>
            </a:r>
          </a:p>
          <a:p>
            <a:r>
              <a:rPr lang="en-US" dirty="0" smtClean="0"/>
              <a:t>Rotations performed on AVL trees can be of four main types that are grouped under two categories. They are,</a:t>
            </a:r>
          </a:p>
          <a:p>
            <a:pPr>
              <a:buNone/>
            </a:pPr>
            <a:r>
              <a:rPr lang="en-US" b="1" dirty="0" smtClean="0"/>
              <a:t>1.Single rotations</a:t>
            </a:r>
            <a:r>
              <a:rPr lang="en-US" dirty="0" smtClean="0"/>
              <a:t> — </a:t>
            </a:r>
            <a:r>
              <a:rPr lang="en-US" b="1" dirty="0" smtClean="0"/>
              <a:t>Left (LL) Rotation</a:t>
            </a:r>
            <a:r>
              <a:rPr lang="en-US" dirty="0" smtClean="0"/>
              <a:t> and </a:t>
            </a:r>
            <a:r>
              <a:rPr lang="en-US" b="1" dirty="0" smtClean="0"/>
              <a:t>Right (RR) Rotation</a:t>
            </a:r>
            <a:endParaRPr lang="en-US" dirty="0" smtClean="0"/>
          </a:p>
          <a:p>
            <a:pPr>
              <a:buNone/>
            </a:pPr>
            <a:r>
              <a:rPr lang="en-US" b="1" dirty="0" smtClean="0"/>
              <a:t>2.Double rotations </a:t>
            </a:r>
            <a:r>
              <a:rPr lang="en-US" dirty="0" smtClean="0"/>
              <a:t>— </a:t>
            </a:r>
            <a:r>
              <a:rPr lang="en-US" b="1" dirty="0" smtClean="0"/>
              <a:t>Left Right (LR) Rotation</a:t>
            </a:r>
            <a:r>
              <a:rPr lang="en-US" dirty="0" smtClean="0"/>
              <a:t> and </a:t>
            </a:r>
            <a:r>
              <a:rPr lang="en-US" b="1" dirty="0" smtClean="0"/>
              <a:t>Right Left (RL) Rotation</a:t>
            </a: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pPr marL="514350" indent="-514350">
              <a:buAutoNum type="arabicPeriod"/>
            </a:pPr>
            <a:r>
              <a:rPr lang="en-US" b="1" dirty="0" smtClean="0">
                <a:solidFill>
                  <a:srgbClr val="002060"/>
                </a:solidFill>
              </a:rPr>
              <a:t>Single Left Rotation (LL Rotation)</a:t>
            </a:r>
          </a:p>
          <a:p>
            <a:pPr marL="514350" indent="-514350">
              <a:buNone/>
            </a:pPr>
            <a:endParaRPr lang="en-US" b="1" dirty="0" smtClean="0">
              <a:solidFill>
                <a:srgbClr val="002060"/>
              </a:solidFill>
            </a:endParaRP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5122" name="Picture 2"/>
          <p:cNvPicPr>
            <a:picLocks noChangeAspect="1" noChangeArrowheads="1"/>
          </p:cNvPicPr>
          <p:nvPr/>
        </p:nvPicPr>
        <p:blipFill>
          <a:blip r:embed="rId2"/>
          <a:srcRect/>
          <a:stretch>
            <a:fillRect/>
          </a:stretch>
        </p:blipFill>
        <p:spPr bwMode="auto">
          <a:xfrm>
            <a:off x="380960" y="1571612"/>
            <a:ext cx="11358642" cy="400050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buNone/>
            </a:pPr>
            <a:r>
              <a:rPr lang="en-US" b="1" dirty="0" smtClean="0">
                <a:solidFill>
                  <a:srgbClr val="002060"/>
                </a:solidFill>
              </a:rPr>
              <a:t>2. Single Right Rotation (RR Rotation)</a:t>
            </a:r>
          </a:p>
          <a:p>
            <a:r>
              <a:rPr lang="en-US" dirty="0" smtClean="0"/>
              <a:t>In this type of rotation, we move all the nodes to the right by one position.</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43" name="Picture 3"/>
          <p:cNvPicPr>
            <a:picLocks noChangeAspect="1" noChangeArrowheads="1"/>
          </p:cNvPicPr>
          <p:nvPr/>
        </p:nvPicPr>
        <p:blipFill>
          <a:blip r:embed="rId2"/>
          <a:srcRect/>
          <a:stretch>
            <a:fillRect/>
          </a:stretch>
        </p:blipFill>
        <p:spPr bwMode="auto">
          <a:xfrm>
            <a:off x="309522" y="2143116"/>
            <a:ext cx="11287204" cy="400052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285860"/>
            <a:ext cx="10515600" cy="4807435"/>
          </a:xfrm>
        </p:spPr>
        <p:txBody>
          <a:bodyPr/>
          <a:lstStyle/>
          <a:p>
            <a:pPr>
              <a:buNone/>
            </a:pPr>
            <a:r>
              <a:rPr lang="en-US" b="1" dirty="0" smtClean="0">
                <a:solidFill>
                  <a:srgbClr val="002060"/>
                </a:solidFill>
              </a:rPr>
              <a:t>3. Left Right Rotation (LR Rotation)</a:t>
            </a:r>
          </a:p>
          <a:p>
            <a:r>
              <a:rPr lang="en-US" dirty="0" smtClean="0"/>
              <a:t>As the name implies, this type of rotation consists of a left rotation and a right rotation.</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8193" name="Picture 1"/>
          <p:cNvPicPr>
            <a:picLocks noGrp="1" noChangeAspect="1" noChangeArrowheads="1"/>
          </p:cNvPicPr>
          <p:nvPr>
            <p:ph idx="1"/>
          </p:nvPr>
        </p:nvPicPr>
        <p:blipFill>
          <a:blip r:embed="rId2"/>
          <a:srcRect/>
          <a:stretch>
            <a:fillRect/>
          </a:stretch>
        </p:blipFill>
        <p:spPr bwMode="auto">
          <a:xfrm>
            <a:off x="238084" y="857232"/>
            <a:ext cx="11715832" cy="4929221"/>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09588" y="1643050"/>
            <a:ext cx="10515600" cy="4531419"/>
          </a:xfrm>
        </p:spPr>
        <p:txBody>
          <a:bodyPr/>
          <a:lstStyle/>
          <a:p>
            <a:pPr>
              <a:buNone/>
            </a:pPr>
            <a:r>
              <a:rPr lang="en-US" b="1" dirty="0" smtClean="0">
                <a:solidFill>
                  <a:srgbClr val="002060"/>
                </a:solidFill>
              </a:rPr>
              <a:t>4. Right Left Rotation (RL Rotation)</a:t>
            </a:r>
          </a:p>
          <a:p>
            <a:pPr>
              <a:buNone/>
            </a:pPr>
            <a:r>
              <a:rPr lang="en-US" dirty="0" smtClean="0"/>
              <a:t>This type of rotation consists of a right rotation followed by a left rotation.</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6145" name="Picture 1"/>
          <p:cNvPicPr>
            <a:picLocks noGrp="1" noChangeAspect="1" noChangeArrowheads="1"/>
          </p:cNvPicPr>
          <p:nvPr>
            <p:ph idx="1"/>
          </p:nvPr>
        </p:nvPicPr>
        <p:blipFill>
          <a:blip r:embed="rId2"/>
          <a:srcRect/>
          <a:stretch>
            <a:fillRect/>
          </a:stretch>
        </p:blipFill>
        <p:spPr bwMode="auto">
          <a:xfrm>
            <a:off x="452398" y="714356"/>
            <a:ext cx="11430080" cy="5286411"/>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dirty="0" smtClean="0"/>
              <a:t>Construct an AVL tree by inserting the following elements in the given order.</a:t>
            </a:r>
          </a:p>
          <a:p>
            <a:pPr>
              <a:buNone/>
            </a:pPr>
            <a:r>
              <a:rPr lang="en-US" b="1" dirty="0" smtClean="0"/>
              <a:t>63, 9, 19, 27, 18, 108, 99, 81</a:t>
            </a: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ChangeAspect="1" noChangeArrowheads="1"/>
          </p:cNvPicPr>
          <p:nvPr/>
        </p:nvPicPr>
        <p:blipFill>
          <a:blip r:embed="rId2"/>
          <a:srcRect/>
          <a:stretch>
            <a:fillRect/>
          </a:stretch>
        </p:blipFill>
        <p:spPr bwMode="auto">
          <a:xfrm>
            <a:off x="1309654" y="2643182"/>
            <a:ext cx="4143404" cy="269558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810380" y="2714620"/>
            <a:ext cx="3714776" cy="3000396"/>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3881422" y="1000108"/>
            <a:ext cx="4214841" cy="4479943"/>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881026" y="1357298"/>
            <a:ext cx="3186125" cy="3948117"/>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505324" y="1571612"/>
            <a:ext cx="6234146" cy="392909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52464" y="1000108"/>
            <a:ext cx="3762385" cy="4081469"/>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6810380" y="1000108"/>
            <a:ext cx="4143404" cy="4429156"/>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738150" y="1000108"/>
            <a:ext cx="4348169" cy="4857784"/>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6310314" y="785794"/>
            <a:ext cx="5357850" cy="5214974"/>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2166910" y="642918"/>
            <a:ext cx="7858179" cy="5449907"/>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666712" y="642918"/>
            <a:ext cx="10715700" cy="5929354"/>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fontAlgn="base"/>
            <a:r>
              <a:rPr lang="en-US" dirty="0" smtClean="0"/>
              <a:t>Construct AVL Tree for the following sequence of numbers-</a:t>
            </a:r>
          </a:p>
          <a:p>
            <a:pPr fontAlgn="base">
              <a:buNone/>
            </a:pPr>
            <a:r>
              <a:rPr lang="en-US" dirty="0" smtClean="0"/>
              <a:t>		50 , 20 , 60 , 10 , 8 , 15 , 32 , 46 , 11 , 48</a:t>
            </a:r>
          </a:p>
          <a:p>
            <a:endParaRPr lang="en-US" dirty="0" smtClean="0"/>
          </a:p>
          <a:p>
            <a:r>
              <a:rPr lang="en-US" b="1" u="sng" dirty="0" smtClean="0"/>
              <a:t>Step-01: Insert 50</a:t>
            </a:r>
            <a:endParaRPr lang="en-US" b="1"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8194" name="Picture 2"/>
          <p:cNvPicPr>
            <a:picLocks noChangeAspect="1" noChangeArrowheads="1"/>
          </p:cNvPicPr>
          <p:nvPr/>
        </p:nvPicPr>
        <p:blipFill>
          <a:blip r:embed="rId2"/>
          <a:srcRect/>
          <a:stretch>
            <a:fillRect/>
          </a:stretch>
        </p:blipFill>
        <p:spPr bwMode="auto">
          <a:xfrm>
            <a:off x="5310182" y="2714620"/>
            <a:ext cx="3143272" cy="1671643"/>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pPr fontAlgn="base"/>
            <a:r>
              <a:rPr lang="en-US" b="1" u="sng" dirty="0" smtClean="0"/>
              <a:t>Step-02: Insert 20</a:t>
            </a:r>
            <a:endParaRPr lang="en-US" b="1" dirty="0" smtClean="0"/>
          </a:p>
          <a:p>
            <a:pPr fontAlgn="base"/>
            <a:endParaRPr lang="en-US" dirty="0" smtClean="0"/>
          </a:p>
          <a:p>
            <a:pPr fontAlgn="base"/>
            <a:r>
              <a:rPr lang="en-US" dirty="0" smtClean="0"/>
              <a:t>As 20 &lt; 50, so insert 20 in 50’s left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dirty="0" smtClean="0"/>
              <a:t>S. </a:t>
            </a:r>
            <a:r>
              <a:rPr lang="en-US" dirty="0" err="1" smtClean="0"/>
              <a:t>Neelima</a:t>
            </a:r>
            <a:r>
              <a:rPr lang="en-US" dirty="0" smtClean="0"/>
              <a:t>, Sr. </a:t>
            </a:r>
            <a:r>
              <a:rPr lang="en-US" dirty="0" err="1" smtClean="0"/>
              <a:t>Asst.Prof</a:t>
            </a:r>
            <a:r>
              <a:rPr lang="en-US" dirty="0" smtClean="0"/>
              <a:t>, </a:t>
            </a:r>
            <a:r>
              <a:rPr lang="en-US" dirty="0" err="1" smtClean="0"/>
              <a:t>Dept.of</a:t>
            </a:r>
            <a:r>
              <a:rPr lang="en-US" dirty="0" smtClean="0"/>
              <a:t>  IT</a:t>
            </a:r>
            <a:endParaRPr lang="en-US" dirty="0"/>
          </a:p>
        </p:txBody>
      </p:sp>
      <p:pic>
        <p:nvPicPr>
          <p:cNvPr id="9219" name="Picture 3"/>
          <p:cNvPicPr>
            <a:picLocks noChangeAspect="1" noChangeArrowheads="1"/>
          </p:cNvPicPr>
          <p:nvPr/>
        </p:nvPicPr>
        <p:blipFill>
          <a:blip r:embed="rId2"/>
          <a:srcRect/>
          <a:stretch>
            <a:fillRect/>
          </a:stretch>
        </p:blipFill>
        <p:spPr bwMode="auto">
          <a:xfrm>
            <a:off x="5453058" y="2786058"/>
            <a:ext cx="2928958" cy="278608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428604"/>
            <a:ext cx="10515600" cy="5664691"/>
          </a:xfrm>
        </p:spPr>
        <p:txBody>
          <a:bodyPr/>
          <a:lstStyle/>
          <a:p>
            <a:pPr fontAlgn="base"/>
            <a:r>
              <a:rPr lang="en-US" b="1" u="sng" dirty="0" smtClean="0"/>
              <a:t>Step-03: Insert 60</a:t>
            </a:r>
            <a:endParaRPr lang="en-US" b="1" dirty="0" smtClean="0"/>
          </a:p>
          <a:p>
            <a:pPr fontAlgn="base"/>
            <a:endParaRPr lang="en-US" dirty="0" smtClean="0"/>
          </a:p>
          <a:p>
            <a:pPr fontAlgn="base"/>
            <a:r>
              <a:rPr lang="en-US" dirty="0" smtClean="0"/>
              <a:t>As 60 &gt; 50, so insert 60 in 50’s right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42" name="Picture 2"/>
          <p:cNvPicPr>
            <a:picLocks noChangeAspect="1" noChangeArrowheads="1"/>
          </p:cNvPicPr>
          <p:nvPr/>
        </p:nvPicPr>
        <p:blipFill>
          <a:blip r:embed="rId2"/>
          <a:srcRect/>
          <a:stretch>
            <a:fillRect/>
          </a:stretch>
        </p:blipFill>
        <p:spPr bwMode="auto">
          <a:xfrm>
            <a:off x="3309918" y="2605088"/>
            <a:ext cx="3748107" cy="232411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fontAlgn="base"/>
            <a:r>
              <a:rPr lang="en-US" b="1" u="sng" dirty="0" smtClean="0"/>
              <a:t>Step-04: Insert 10</a:t>
            </a:r>
            <a:endParaRPr lang="en-US" b="1" dirty="0" smtClean="0"/>
          </a:p>
          <a:p>
            <a:pPr fontAlgn="base"/>
            <a:r>
              <a:rPr lang="en-US" dirty="0" smtClean="0"/>
              <a:t>As 10 &lt; 50, so insert 10 in 50’s left sub tree.</a:t>
            </a:r>
          </a:p>
          <a:p>
            <a:pPr fontAlgn="base"/>
            <a:r>
              <a:rPr lang="en-US" dirty="0" smtClean="0"/>
              <a:t>As 10 &lt; 20, so insert 10 in 20’s left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1266" name="Picture 2"/>
          <p:cNvPicPr>
            <a:picLocks noChangeAspect="1" noChangeArrowheads="1"/>
          </p:cNvPicPr>
          <p:nvPr/>
        </p:nvPicPr>
        <p:blipFill>
          <a:blip r:embed="rId2"/>
          <a:srcRect/>
          <a:stretch>
            <a:fillRect/>
          </a:stretch>
        </p:blipFill>
        <p:spPr bwMode="auto">
          <a:xfrm>
            <a:off x="4024298" y="2643182"/>
            <a:ext cx="4786346" cy="3286148"/>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fontAlgn="base"/>
            <a:r>
              <a:rPr lang="en-US" b="1" u="sng" dirty="0" smtClean="0"/>
              <a:t>Step-05: Insert 8</a:t>
            </a:r>
            <a:endParaRPr lang="en-US" b="1" dirty="0" smtClean="0"/>
          </a:p>
          <a:p>
            <a:pPr fontAlgn="base"/>
            <a:r>
              <a:rPr lang="en-US" dirty="0" smtClean="0"/>
              <a:t>As 8 &lt; 50, so insert 8 in 50’s left sub tree.</a:t>
            </a:r>
          </a:p>
          <a:p>
            <a:pPr fontAlgn="base"/>
            <a:r>
              <a:rPr lang="en-US" dirty="0" smtClean="0"/>
              <a:t>As 8 &lt; 20, so insert 8 in 20’s left sub tree.</a:t>
            </a:r>
          </a:p>
          <a:p>
            <a:pPr fontAlgn="base"/>
            <a:r>
              <a:rPr lang="en-US" dirty="0" smtClean="0"/>
              <a:t>As 8 &lt; 10, so insert 8 in 10’s left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2290" name="Picture 2"/>
          <p:cNvPicPr>
            <a:picLocks noChangeAspect="1" noChangeArrowheads="1"/>
          </p:cNvPicPr>
          <p:nvPr/>
        </p:nvPicPr>
        <p:blipFill>
          <a:blip r:embed="rId2"/>
          <a:srcRect/>
          <a:stretch>
            <a:fillRect/>
          </a:stretch>
        </p:blipFill>
        <p:spPr bwMode="auto">
          <a:xfrm>
            <a:off x="7239008" y="1285860"/>
            <a:ext cx="4214842" cy="4214842"/>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3314" name="Picture 2"/>
          <p:cNvPicPr>
            <a:picLocks noGrp="1" noChangeAspect="1" noChangeArrowheads="1"/>
          </p:cNvPicPr>
          <p:nvPr>
            <p:ph idx="1"/>
          </p:nvPr>
        </p:nvPicPr>
        <p:blipFill>
          <a:blip r:embed="rId2"/>
          <a:srcRect/>
          <a:stretch>
            <a:fillRect/>
          </a:stretch>
        </p:blipFill>
        <p:spPr bwMode="auto">
          <a:xfrm>
            <a:off x="1238216" y="1142984"/>
            <a:ext cx="9572692" cy="4572032"/>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2050" name="Ink 2"/>
              <p14:cNvContentPartPr>
                <a14:cpLocks xmlns:a14="http://schemas.microsoft.com/office/drawing/2010/main" noRot="1" noChangeAspect="1" noEditPoints="1" noChangeArrowheads="1" noChangeShapeType="1"/>
              </p14:cNvContentPartPr>
              <p14:nvPr/>
            </p14:nvContentPartPr>
            <p14:xfrm>
              <a:off x="2463800" y="1687513"/>
              <a:ext cx="268288" cy="250825"/>
            </p14:xfrm>
          </p:contentPart>
        </mc:Choice>
        <mc:Fallback xmlns="">
          <p:pic>
            <p:nvPicPr>
              <p:cNvPr id="2050" name="Ink 2"/>
              <p:cNvPicPr>
                <a:picLocks noRot="1" noChangeAspect="1" noEditPoints="1" noChangeArrowheads="1" noChangeShapeType="1"/>
              </p:cNvPicPr>
              <p:nvPr/>
            </p:nvPicPr>
            <p:blipFill>
              <a:blip r:embed="rId4"/>
              <a:stretch>
                <a:fillRect/>
              </a:stretch>
            </p:blipFill>
            <p:spPr>
              <a:xfrm>
                <a:off x="2454437" y="1678157"/>
                <a:ext cx="287014" cy="269538"/>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51" name="Ink 3"/>
              <p14:cNvContentPartPr>
                <a14:cpLocks xmlns:a14="http://schemas.microsoft.com/office/drawing/2010/main" noRot="1" noChangeAspect="1" noEditPoints="1" noChangeArrowheads="1" noChangeShapeType="1"/>
              </p14:cNvContentPartPr>
              <p14:nvPr/>
            </p14:nvContentPartPr>
            <p14:xfrm>
              <a:off x="2500313" y="2374900"/>
              <a:ext cx="1285875" cy="2305050"/>
            </p14:xfrm>
          </p:contentPart>
        </mc:Choice>
        <mc:Fallback xmlns="">
          <p:pic>
            <p:nvPicPr>
              <p:cNvPr id="2051" name="Ink 3"/>
              <p:cNvPicPr>
                <a:picLocks noRot="1" noChangeAspect="1" noEditPoints="1" noChangeArrowheads="1" noChangeShapeType="1"/>
              </p:cNvPicPr>
              <p:nvPr/>
            </p:nvPicPr>
            <p:blipFill>
              <a:blip r:embed="rId6"/>
              <a:stretch>
                <a:fillRect/>
              </a:stretch>
            </p:blipFill>
            <p:spPr>
              <a:xfrm>
                <a:off x="2490953" y="2365540"/>
                <a:ext cx="1304594" cy="23237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52" name="Ink 4"/>
              <p14:cNvContentPartPr>
                <a14:cpLocks xmlns:a14="http://schemas.microsoft.com/office/drawing/2010/main" noRot="1" noChangeAspect="1" noEditPoints="1" noChangeArrowheads="1" noChangeShapeType="1"/>
              </p14:cNvContentPartPr>
              <p14:nvPr/>
            </p14:nvContentPartPr>
            <p14:xfrm>
              <a:off x="2152650" y="3606800"/>
              <a:ext cx="339725" cy="376238"/>
            </p14:xfrm>
          </p:contentPart>
        </mc:Choice>
        <mc:Fallback xmlns="">
          <p:pic>
            <p:nvPicPr>
              <p:cNvPr id="2052" name="Ink 4"/>
              <p:cNvPicPr>
                <a:picLocks noRot="1" noChangeAspect="1" noEditPoints="1" noChangeArrowheads="1" noChangeShapeType="1"/>
              </p:cNvPicPr>
              <p:nvPr/>
            </p:nvPicPr>
            <p:blipFill>
              <a:blip r:embed="rId8"/>
              <a:stretch>
                <a:fillRect/>
              </a:stretch>
            </p:blipFill>
            <p:spPr>
              <a:xfrm>
                <a:off x="2143293" y="3597439"/>
                <a:ext cx="358439" cy="39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53" name="Ink 5"/>
              <p14:cNvContentPartPr>
                <a14:cpLocks xmlns:a14="http://schemas.microsoft.com/office/drawing/2010/main" noRot="1" noChangeAspect="1" noEditPoints="1" noChangeArrowheads="1" noChangeShapeType="1"/>
              </p14:cNvContentPartPr>
              <p14:nvPr/>
            </p14:nvContentPartPr>
            <p14:xfrm>
              <a:off x="5705475" y="53975"/>
              <a:ext cx="644525" cy="419100"/>
            </p14:xfrm>
          </p:contentPart>
        </mc:Choice>
        <mc:Fallback xmlns="">
          <p:pic>
            <p:nvPicPr>
              <p:cNvPr id="2053" name="Ink 5"/>
              <p:cNvPicPr>
                <a:picLocks noRot="1" noChangeAspect="1" noEditPoints="1" noChangeArrowheads="1" noChangeShapeType="1"/>
              </p:cNvPicPr>
              <p:nvPr/>
            </p:nvPicPr>
            <p:blipFill>
              <a:blip r:embed="rId10"/>
              <a:stretch>
                <a:fillRect/>
              </a:stretch>
            </p:blipFill>
            <p:spPr>
              <a:xfrm>
                <a:off x="5696113" y="44614"/>
                <a:ext cx="663249" cy="437823"/>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54" name="Ink 6"/>
              <p14:cNvContentPartPr>
                <a14:cpLocks xmlns:a14="http://schemas.microsoft.com/office/drawing/2010/main" noRot="1" noChangeAspect="1" noEditPoints="1" noChangeArrowheads="1" noChangeShapeType="1"/>
              </p14:cNvContentPartPr>
              <p14:nvPr/>
            </p14:nvContentPartPr>
            <p14:xfrm>
              <a:off x="6786563" y="133350"/>
              <a:ext cx="63500" cy="260350"/>
            </p14:xfrm>
          </p:contentPart>
        </mc:Choice>
        <mc:Fallback xmlns="">
          <p:pic>
            <p:nvPicPr>
              <p:cNvPr id="2054" name="Ink 6"/>
              <p:cNvPicPr>
                <a:picLocks noRot="1" noChangeAspect="1" noEditPoints="1" noChangeArrowheads="1" noChangeShapeType="1"/>
              </p:cNvPicPr>
              <p:nvPr/>
            </p:nvPicPr>
            <p:blipFill>
              <a:blip r:embed="rId12"/>
              <a:stretch>
                <a:fillRect/>
              </a:stretch>
            </p:blipFill>
            <p:spPr>
              <a:xfrm>
                <a:off x="6777182" y="123987"/>
                <a:ext cx="82261" cy="279075"/>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55" name="Ink 7"/>
              <p14:cNvContentPartPr>
                <a14:cpLocks xmlns:a14="http://schemas.microsoft.com/office/drawing/2010/main" noRot="1" noChangeAspect="1" noEditPoints="1" noChangeArrowheads="1" noChangeShapeType="1"/>
              </p14:cNvContentPartPr>
              <p14:nvPr/>
            </p14:nvContentPartPr>
            <p14:xfrm>
              <a:off x="5697538" y="615950"/>
              <a:ext cx="160337" cy="438150"/>
            </p14:xfrm>
          </p:contentPart>
        </mc:Choice>
        <mc:Fallback xmlns="">
          <p:pic>
            <p:nvPicPr>
              <p:cNvPr id="2055" name="Ink 7"/>
              <p:cNvPicPr>
                <a:picLocks noRot="1" noChangeAspect="1" noEditPoints="1" noChangeArrowheads="1" noChangeShapeType="1"/>
              </p:cNvPicPr>
              <p:nvPr/>
            </p:nvPicPr>
            <p:blipFill>
              <a:blip r:embed="rId14"/>
              <a:stretch>
                <a:fillRect/>
              </a:stretch>
            </p:blipFill>
            <p:spPr>
              <a:xfrm>
                <a:off x="5688170" y="606589"/>
                <a:ext cx="179073" cy="456871"/>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56" name="Ink 8"/>
              <p14:cNvContentPartPr>
                <a14:cpLocks xmlns:a14="http://schemas.microsoft.com/office/drawing/2010/main" noRot="1" noChangeAspect="1" noEditPoints="1" noChangeArrowheads="1" noChangeShapeType="1"/>
              </p14:cNvContentPartPr>
              <p14:nvPr/>
            </p14:nvContentPartPr>
            <p14:xfrm>
              <a:off x="6429375" y="142875"/>
              <a:ext cx="812800" cy="312738"/>
            </p14:xfrm>
          </p:contentPart>
        </mc:Choice>
        <mc:Fallback xmlns="">
          <p:pic>
            <p:nvPicPr>
              <p:cNvPr id="2056" name="Ink 8"/>
              <p:cNvPicPr>
                <a:picLocks noRot="1" noChangeAspect="1" noEditPoints="1" noChangeArrowheads="1" noChangeShapeType="1"/>
              </p:cNvPicPr>
              <p:nvPr/>
            </p:nvPicPr>
            <p:blipFill>
              <a:blip r:embed="rId16"/>
              <a:stretch>
                <a:fillRect/>
              </a:stretch>
            </p:blipFill>
            <p:spPr>
              <a:xfrm>
                <a:off x="6420016" y="133507"/>
                <a:ext cx="831518" cy="331473"/>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57" name="Ink 9"/>
              <p14:cNvContentPartPr>
                <a14:cpLocks xmlns:a14="http://schemas.microsoft.com/office/drawing/2010/main" noRot="1" noChangeAspect="1" noEditPoints="1" noChangeArrowheads="1" noChangeShapeType="1"/>
              </p14:cNvContentPartPr>
              <p14:nvPr/>
            </p14:nvContentPartPr>
            <p14:xfrm>
              <a:off x="6180138" y="1035050"/>
              <a:ext cx="133350" cy="250825"/>
            </p14:xfrm>
          </p:contentPart>
        </mc:Choice>
        <mc:Fallback xmlns="">
          <p:pic>
            <p:nvPicPr>
              <p:cNvPr id="2057" name="Ink 9"/>
              <p:cNvPicPr>
                <a:picLocks noRot="1" noChangeAspect="1" noEditPoints="1" noChangeArrowheads="1" noChangeShapeType="1"/>
              </p:cNvPicPr>
              <p:nvPr/>
            </p:nvPicPr>
            <p:blipFill>
              <a:blip r:embed="rId18"/>
              <a:stretch>
                <a:fillRect/>
              </a:stretch>
            </p:blipFill>
            <p:spPr>
              <a:xfrm>
                <a:off x="6170767" y="1025694"/>
                <a:ext cx="152091" cy="269538"/>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58" name="Ink 10"/>
              <p14:cNvContentPartPr>
                <a14:cpLocks xmlns:a14="http://schemas.microsoft.com/office/drawing/2010/main" noRot="1" noChangeAspect="1" noEditPoints="1" noChangeArrowheads="1" noChangeShapeType="1"/>
              </p14:cNvContentPartPr>
              <p14:nvPr/>
            </p14:nvContentPartPr>
            <p14:xfrm>
              <a:off x="6456363" y="419100"/>
              <a:ext cx="1652587" cy="723900"/>
            </p14:xfrm>
          </p:contentPart>
        </mc:Choice>
        <mc:Fallback xmlns="">
          <p:pic>
            <p:nvPicPr>
              <p:cNvPr id="2058" name="Ink 10"/>
              <p:cNvPicPr>
                <a:picLocks noRot="1" noChangeAspect="1" noEditPoints="1" noChangeArrowheads="1" noChangeShapeType="1"/>
              </p:cNvPicPr>
              <p:nvPr/>
            </p:nvPicPr>
            <p:blipFill>
              <a:blip r:embed="rId20"/>
              <a:stretch>
                <a:fillRect/>
              </a:stretch>
            </p:blipFill>
            <p:spPr>
              <a:xfrm>
                <a:off x="6447002" y="409736"/>
                <a:ext cx="1671309" cy="74262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59" name="Ink 11"/>
              <p14:cNvContentPartPr>
                <a14:cpLocks xmlns:a14="http://schemas.microsoft.com/office/drawing/2010/main" noRot="1" noChangeAspect="1" noEditPoints="1" noChangeArrowheads="1" noChangeShapeType="1"/>
              </p14:cNvContentPartPr>
              <p14:nvPr/>
            </p14:nvContentPartPr>
            <p14:xfrm>
              <a:off x="8474075" y="598488"/>
              <a:ext cx="9525" cy="26987"/>
            </p14:xfrm>
          </p:contentPart>
        </mc:Choice>
        <mc:Fallback xmlns="">
          <p:pic>
            <p:nvPicPr>
              <p:cNvPr id="2059" name="Ink 11"/>
              <p:cNvPicPr>
                <a:picLocks noRot="1" noChangeAspect="1" noEditPoints="1" noChangeArrowheads="1" noChangeShapeType="1"/>
              </p:cNvPicPr>
              <p:nvPr/>
            </p:nvPicPr>
            <p:blipFill>
              <a:blip r:embed="rId22"/>
              <a:stretch>
                <a:fillRect/>
              </a:stretch>
            </p:blipFill>
            <p:spPr>
              <a:xfrm>
                <a:off x="8464550" y="589133"/>
                <a:ext cx="28575" cy="45698"/>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60" name="Ink 12"/>
              <p14:cNvContentPartPr>
                <a14:cpLocks xmlns:a14="http://schemas.microsoft.com/office/drawing/2010/main" noRot="1" noChangeAspect="1" noEditPoints="1" noChangeArrowheads="1" noChangeShapeType="1"/>
              </p14:cNvContentPartPr>
              <p14:nvPr/>
            </p14:nvContentPartPr>
            <p14:xfrm>
              <a:off x="6313488" y="1428750"/>
              <a:ext cx="669925" cy="473075"/>
            </p14:xfrm>
          </p:contentPart>
        </mc:Choice>
        <mc:Fallback xmlns="">
          <p:pic>
            <p:nvPicPr>
              <p:cNvPr id="2060" name="Ink 12"/>
              <p:cNvPicPr>
                <a:picLocks noRot="1" noChangeAspect="1" noEditPoints="1" noChangeArrowheads="1" noChangeShapeType="1"/>
              </p:cNvPicPr>
              <p:nvPr/>
            </p:nvPicPr>
            <p:blipFill>
              <a:blip r:embed="rId24"/>
              <a:stretch>
                <a:fillRect/>
              </a:stretch>
            </p:blipFill>
            <p:spPr>
              <a:xfrm>
                <a:off x="6304128" y="1419396"/>
                <a:ext cx="688644" cy="491782"/>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61" name="Ink 13"/>
              <p14:cNvContentPartPr>
                <a14:cpLocks xmlns:a14="http://schemas.microsoft.com/office/drawing/2010/main" noRot="1" noChangeAspect="1" noEditPoints="1" noChangeArrowheads="1" noChangeShapeType="1"/>
              </p14:cNvContentPartPr>
              <p14:nvPr/>
            </p14:nvContentPartPr>
            <p14:xfrm>
              <a:off x="7170738" y="1223963"/>
              <a:ext cx="152400" cy="142875"/>
            </p14:xfrm>
          </p:contentPart>
        </mc:Choice>
        <mc:Fallback xmlns="">
          <p:pic>
            <p:nvPicPr>
              <p:cNvPr id="2061" name="Ink 13"/>
              <p:cNvPicPr>
                <a:picLocks noRot="1" noChangeAspect="1" noEditPoints="1" noChangeArrowheads="1" noChangeShapeType="1"/>
              </p:cNvPicPr>
              <p:nvPr/>
            </p:nvPicPr>
            <p:blipFill>
              <a:blip r:embed="rId26"/>
              <a:stretch>
                <a:fillRect/>
              </a:stretch>
            </p:blipFill>
            <p:spPr>
              <a:xfrm>
                <a:off x="7161371" y="1214606"/>
                <a:ext cx="171135" cy="161589"/>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62" name="Ink 14"/>
              <p14:cNvContentPartPr>
                <a14:cpLocks xmlns:a14="http://schemas.microsoft.com/office/drawing/2010/main" noRot="1" noChangeAspect="1" noEditPoints="1" noChangeArrowheads="1" noChangeShapeType="1"/>
              </p14:cNvContentPartPr>
              <p14:nvPr/>
            </p14:nvContentPartPr>
            <p14:xfrm>
              <a:off x="7500938" y="768350"/>
              <a:ext cx="849312" cy="490538"/>
            </p14:xfrm>
          </p:contentPart>
        </mc:Choice>
        <mc:Fallback xmlns="">
          <p:pic>
            <p:nvPicPr>
              <p:cNvPr id="2062" name="Ink 14"/>
              <p:cNvPicPr>
                <a:picLocks noRot="1" noChangeAspect="1" noEditPoints="1" noChangeArrowheads="1" noChangeShapeType="1"/>
              </p:cNvPicPr>
              <p:nvPr/>
            </p:nvPicPr>
            <p:blipFill>
              <a:blip r:embed="rId28"/>
              <a:stretch>
                <a:fillRect/>
              </a:stretch>
            </p:blipFill>
            <p:spPr>
              <a:xfrm>
                <a:off x="7491577" y="758993"/>
                <a:ext cx="868034" cy="509253"/>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63" name="Ink 15"/>
              <p14:cNvContentPartPr>
                <a14:cpLocks xmlns:a14="http://schemas.microsoft.com/office/drawing/2010/main" noRot="1" noChangeAspect="1" noEditPoints="1" noChangeArrowheads="1" noChangeShapeType="1"/>
              </p14:cNvContentPartPr>
              <p14:nvPr/>
            </p14:nvContentPartPr>
            <p14:xfrm>
              <a:off x="8466138" y="438150"/>
              <a:ext cx="544512" cy="312738"/>
            </p14:xfrm>
          </p:contentPart>
        </mc:Choice>
        <mc:Fallback xmlns="">
          <p:pic>
            <p:nvPicPr>
              <p:cNvPr id="2063" name="Ink 15"/>
              <p:cNvPicPr>
                <a:picLocks noRot="1" noChangeAspect="1" noEditPoints="1" noChangeArrowheads="1" noChangeShapeType="1"/>
              </p:cNvPicPr>
              <p:nvPr/>
            </p:nvPicPr>
            <p:blipFill>
              <a:blip r:embed="rId30"/>
              <a:stretch>
                <a:fillRect/>
              </a:stretch>
            </p:blipFill>
            <p:spPr>
              <a:xfrm>
                <a:off x="8456781" y="428793"/>
                <a:ext cx="563226" cy="331452"/>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64" name="Ink 16"/>
              <p14:cNvContentPartPr>
                <a14:cpLocks xmlns:a14="http://schemas.microsoft.com/office/drawing/2010/main" noRot="1" noChangeAspect="1" noEditPoints="1" noChangeArrowheads="1" noChangeShapeType="1"/>
              </p14:cNvContentPartPr>
              <p14:nvPr/>
            </p14:nvContentPartPr>
            <p14:xfrm>
              <a:off x="5965825" y="2401888"/>
              <a:ext cx="142875" cy="357187"/>
            </p14:xfrm>
          </p:contentPart>
        </mc:Choice>
        <mc:Fallback xmlns="">
          <p:pic>
            <p:nvPicPr>
              <p:cNvPr id="2064" name="Ink 16"/>
              <p:cNvPicPr>
                <a:picLocks noRot="1" noChangeAspect="1" noEditPoints="1" noChangeArrowheads="1" noChangeShapeType="1"/>
              </p:cNvPicPr>
              <p:nvPr/>
            </p:nvPicPr>
            <p:blipFill>
              <a:blip r:embed="rId32"/>
              <a:stretch>
                <a:fillRect/>
              </a:stretch>
            </p:blipFill>
            <p:spPr>
              <a:xfrm>
                <a:off x="5956468" y="2392526"/>
                <a:ext cx="161589" cy="375911"/>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65" name="Ink 17"/>
              <p14:cNvContentPartPr>
                <a14:cpLocks xmlns:a14="http://schemas.microsoft.com/office/drawing/2010/main" noRot="1" noChangeAspect="1" noEditPoints="1" noChangeArrowheads="1" noChangeShapeType="1"/>
              </p14:cNvContentPartPr>
              <p14:nvPr/>
            </p14:nvContentPartPr>
            <p14:xfrm>
              <a:off x="6554788" y="1812925"/>
              <a:ext cx="776287" cy="482600"/>
            </p14:xfrm>
          </p:contentPart>
        </mc:Choice>
        <mc:Fallback xmlns="">
          <p:pic>
            <p:nvPicPr>
              <p:cNvPr id="2065" name="Ink 17"/>
              <p:cNvPicPr>
                <a:picLocks noRot="1" noChangeAspect="1" noEditPoints="1" noChangeArrowheads="1" noChangeShapeType="1"/>
              </p:cNvPicPr>
              <p:nvPr/>
            </p:nvPicPr>
            <p:blipFill>
              <a:blip r:embed="rId34"/>
              <a:stretch>
                <a:fillRect/>
              </a:stretch>
            </p:blipFill>
            <p:spPr>
              <a:xfrm>
                <a:off x="6545426" y="1803519"/>
                <a:ext cx="795010" cy="501412"/>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66" name="Ink 18"/>
              <p14:cNvContentPartPr>
                <a14:cpLocks xmlns:a14="http://schemas.microsoft.com/office/drawing/2010/main" noRot="1" noChangeAspect="1" noEditPoints="1" noChangeArrowheads="1" noChangeShapeType="1"/>
              </p14:cNvContentPartPr>
              <p14:nvPr/>
            </p14:nvContentPartPr>
            <p14:xfrm>
              <a:off x="7402513" y="1411288"/>
              <a:ext cx="571500" cy="428625"/>
            </p14:xfrm>
          </p:contentPart>
        </mc:Choice>
        <mc:Fallback xmlns="">
          <p:pic>
            <p:nvPicPr>
              <p:cNvPr id="2066" name="Ink 18"/>
              <p:cNvPicPr>
                <a:picLocks noRot="1" noChangeAspect="1" noEditPoints="1" noChangeArrowheads="1" noChangeShapeType="1"/>
              </p:cNvPicPr>
              <p:nvPr/>
            </p:nvPicPr>
            <p:blipFill>
              <a:blip r:embed="rId36"/>
              <a:stretch>
                <a:fillRect/>
              </a:stretch>
            </p:blipFill>
            <p:spPr>
              <a:xfrm>
                <a:off x="7393156" y="1401931"/>
                <a:ext cx="590214" cy="447339"/>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67" name="Ink 19"/>
              <p14:cNvContentPartPr>
                <a14:cpLocks xmlns:a14="http://schemas.microsoft.com/office/drawing/2010/main" noRot="1" noChangeAspect="1" noEditPoints="1" noChangeArrowheads="1" noChangeShapeType="1"/>
              </p14:cNvContentPartPr>
              <p14:nvPr/>
            </p14:nvContentPartPr>
            <p14:xfrm>
              <a:off x="3509963" y="1990725"/>
              <a:ext cx="1035050" cy="134938"/>
            </p14:xfrm>
          </p:contentPart>
        </mc:Choice>
        <mc:Fallback xmlns="">
          <p:pic>
            <p:nvPicPr>
              <p:cNvPr id="2067" name="Ink 19"/>
              <p:cNvPicPr>
                <a:picLocks noRot="1" noChangeAspect="1" noEditPoints="1" noChangeArrowheads="1" noChangeShapeType="1"/>
              </p:cNvPicPr>
              <p:nvPr/>
            </p:nvPicPr>
            <p:blipFill>
              <a:blip r:embed="rId38"/>
              <a:stretch>
                <a:fillRect/>
              </a:stretch>
            </p:blipFill>
            <p:spPr>
              <a:xfrm>
                <a:off x="3500603" y="1981344"/>
                <a:ext cx="1053771" cy="153699"/>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068" name="Ink 20"/>
              <p14:cNvContentPartPr>
                <a14:cpLocks xmlns:a14="http://schemas.microsoft.com/office/drawing/2010/main" noRot="1" noChangeAspect="1" noEditPoints="1" noChangeArrowheads="1" noChangeShapeType="1"/>
              </p14:cNvContentPartPr>
              <p14:nvPr/>
            </p14:nvContentPartPr>
            <p14:xfrm>
              <a:off x="2544763" y="446088"/>
              <a:ext cx="590550" cy="1036637"/>
            </p14:xfrm>
          </p:contentPart>
        </mc:Choice>
        <mc:Fallback xmlns="">
          <p:pic>
            <p:nvPicPr>
              <p:cNvPr id="2068" name="Ink 20"/>
              <p:cNvPicPr>
                <a:picLocks noRot="1" noChangeAspect="1" noEditPoints="1" noChangeArrowheads="1" noChangeShapeType="1"/>
              </p:cNvPicPr>
              <p:nvPr/>
            </p:nvPicPr>
            <p:blipFill>
              <a:blip r:embed="rId40"/>
              <a:stretch>
                <a:fillRect/>
              </a:stretch>
            </p:blipFill>
            <p:spPr>
              <a:xfrm>
                <a:off x="2535401" y="436729"/>
                <a:ext cx="609275" cy="1055354"/>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069" name="Ink 21"/>
              <p14:cNvContentPartPr>
                <a14:cpLocks xmlns:a14="http://schemas.microsoft.com/office/drawing/2010/main" noRot="1" noChangeAspect="1" noEditPoints="1" noChangeArrowheads="1" noChangeShapeType="1"/>
              </p14:cNvContentPartPr>
              <p14:nvPr/>
            </p14:nvContentPartPr>
            <p14:xfrm>
              <a:off x="660400" y="1062038"/>
              <a:ext cx="992188" cy="1358900"/>
            </p14:xfrm>
          </p:contentPart>
        </mc:Choice>
        <mc:Fallback xmlns="">
          <p:pic>
            <p:nvPicPr>
              <p:cNvPr id="2069" name="Ink 21"/>
              <p:cNvPicPr>
                <a:picLocks noRot="1" noChangeAspect="1" noEditPoints="1" noChangeArrowheads="1" noChangeShapeType="1"/>
              </p:cNvPicPr>
              <p:nvPr/>
            </p:nvPicPr>
            <p:blipFill>
              <a:blip r:embed="rId42"/>
              <a:stretch>
                <a:fillRect/>
              </a:stretch>
            </p:blipFill>
            <p:spPr>
              <a:xfrm>
                <a:off x="651040" y="1052679"/>
                <a:ext cx="1010909" cy="1377619"/>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070" name="Ink 22"/>
              <p14:cNvContentPartPr>
                <a14:cpLocks xmlns:a14="http://schemas.microsoft.com/office/drawing/2010/main" noRot="1" noChangeAspect="1" noEditPoints="1" noChangeArrowheads="1" noChangeShapeType="1"/>
              </p14:cNvContentPartPr>
              <p14:nvPr/>
            </p14:nvContentPartPr>
            <p14:xfrm>
              <a:off x="411163" y="1347788"/>
              <a:ext cx="455612" cy="644525"/>
            </p14:xfrm>
          </p:contentPart>
        </mc:Choice>
        <mc:Fallback xmlns="">
          <p:pic>
            <p:nvPicPr>
              <p:cNvPr id="2070" name="Ink 22"/>
              <p:cNvPicPr>
                <a:picLocks noRot="1" noChangeAspect="1" noEditPoints="1" noChangeArrowheads="1" noChangeShapeType="1"/>
              </p:cNvPicPr>
              <p:nvPr/>
            </p:nvPicPr>
            <p:blipFill>
              <a:blip r:embed="rId44"/>
              <a:stretch>
                <a:fillRect/>
              </a:stretch>
            </p:blipFill>
            <p:spPr>
              <a:xfrm>
                <a:off x="401806" y="1338426"/>
                <a:ext cx="474326" cy="663249"/>
              </a:xfrm>
              <a:prstGeom prst="rect">
                <a:avLst/>
              </a:prstGeom>
            </p:spPr>
          </p:pic>
        </mc:Fallback>
      </mc:AlternateContent>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fontAlgn="base"/>
            <a:r>
              <a:rPr lang="en-US" b="1" u="sng" dirty="0" smtClean="0"/>
              <a:t>Step-06: Insert 15</a:t>
            </a:r>
            <a:endParaRPr lang="en-US" b="1" dirty="0" smtClean="0"/>
          </a:p>
          <a:p>
            <a:pPr fontAlgn="base"/>
            <a:r>
              <a:rPr lang="en-US" dirty="0" smtClean="0"/>
              <a:t>As 15 &lt; 50, so insert 15 in 50’s left sub tree.</a:t>
            </a:r>
          </a:p>
          <a:p>
            <a:pPr fontAlgn="base"/>
            <a:r>
              <a:rPr lang="en-US" dirty="0" smtClean="0"/>
              <a:t>As 15 &gt; 10, so insert 15 in 10’s right sub tree.</a:t>
            </a:r>
          </a:p>
          <a:p>
            <a:pPr fontAlgn="base"/>
            <a:r>
              <a:rPr lang="en-US" dirty="0" smtClean="0"/>
              <a:t>As 15 &lt; 20, so insert 15 in 20’s left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4338" name="Picture 2"/>
          <p:cNvPicPr>
            <a:picLocks noChangeAspect="1" noChangeArrowheads="1"/>
          </p:cNvPicPr>
          <p:nvPr/>
        </p:nvPicPr>
        <p:blipFill>
          <a:blip r:embed="rId2"/>
          <a:srcRect/>
          <a:stretch>
            <a:fillRect/>
          </a:stretch>
        </p:blipFill>
        <p:spPr bwMode="auto">
          <a:xfrm>
            <a:off x="7524760" y="1214422"/>
            <a:ext cx="3857652" cy="467202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5362" name="Picture 2"/>
          <p:cNvPicPr>
            <a:picLocks noGrp="1" noChangeAspect="1" noChangeArrowheads="1"/>
          </p:cNvPicPr>
          <p:nvPr>
            <p:ph idx="1"/>
          </p:nvPr>
        </p:nvPicPr>
        <p:blipFill>
          <a:blip r:embed="rId2"/>
          <a:srcRect/>
          <a:stretch>
            <a:fillRect/>
          </a:stretch>
        </p:blipFill>
        <p:spPr bwMode="auto">
          <a:xfrm>
            <a:off x="881026" y="1000108"/>
            <a:ext cx="10429948"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fontAlgn="base"/>
            <a:r>
              <a:rPr lang="en-US" b="1" u="sng" dirty="0" smtClean="0"/>
              <a:t>Step-07: Insert 32</a:t>
            </a:r>
            <a:endParaRPr lang="en-US" b="1" dirty="0" smtClean="0"/>
          </a:p>
          <a:p>
            <a:pPr fontAlgn="base"/>
            <a:r>
              <a:rPr lang="en-US" dirty="0" smtClean="0"/>
              <a:t> As 32 &gt; 20, so insert 32 in 20’s right sub tree.</a:t>
            </a:r>
          </a:p>
          <a:p>
            <a:pPr fontAlgn="base"/>
            <a:r>
              <a:rPr lang="en-US" dirty="0" smtClean="0"/>
              <a:t>As 32 &lt; 50, so insert 32 in 50’s left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6386" name="Picture 2"/>
          <p:cNvPicPr>
            <a:picLocks noChangeAspect="1" noChangeArrowheads="1"/>
          </p:cNvPicPr>
          <p:nvPr/>
        </p:nvPicPr>
        <p:blipFill>
          <a:blip r:embed="rId2"/>
          <a:srcRect/>
          <a:stretch>
            <a:fillRect/>
          </a:stretch>
        </p:blipFill>
        <p:spPr bwMode="auto">
          <a:xfrm>
            <a:off x="4310050" y="2571744"/>
            <a:ext cx="6072230" cy="3500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2398" y="642918"/>
            <a:ext cx="11144328" cy="5450377"/>
          </a:xfrm>
        </p:spPr>
        <p:txBody>
          <a:bodyPr/>
          <a:lstStyle/>
          <a:p>
            <a:pPr fontAlgn="base"/>
            <a:r>
              <a:rPr lang="en-US" b="1" u="sng" dirty="0" smtClean="0"/>
              <a:t>Step-08: Insert 46</a:t>
            </a:r>
            <a:endParaRPr lang="en-US" b="1" dirty="0" smtClean="0"/>
          </a:p>
          <a:p>
            <a:pPr fontAlgn="base"/>
            <a:r>
              <a:rPr lang="en-US" dirty="0" smtClean="0"/>
              <a:t> As 46 &gt; 20, so insert 46 in 20’s right sub tree.</a:t>
            </a:r>
          </a:p>
          <a:p>
            <a:pPr fontAlgn="base"/>
            <a:r>
              <a:rPr lang="en-US" dirty="0" smtClean="0"/>
              <a:t>As 46 &lt; 50, so insert 46 in 50’s left sub tree.</a:t>
            </a:r>
          </a:p>
          <a:p>
            <a:pPr fontAlgn="base"/>
            <a:r>
              <a:rPr lang="en-US" dirty="0" smtClean="0"/>
              <a:t>As 46 &gt; 32, so insert 46 in 32’s right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7410" name="Picture 2"/>
          <p:cNvPicPr>
            <a:picLocks noChangeAspect="1" noChangeArrowheads="1"/>
          </p:cNvPicPr>
          <p:nvPr/>
        </p:nvPicPr>
        <p:blipFill>
          <a:blip r:embed="rId2"/>
          <a:srcRect/>
          <a:stretch>
            <a:fillRect/>
          </a:stretch>
        </p:blipFill>
        <p:spPr bwMode="auto">
          <a:xfrm>
            <a:off x="7167570" y="1000108"/>
            <a:ext cx="4714908" cy="49292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66646" y="714356"/>
            <a:ext cx="11218039" cy="5378939"/>
          </a:xfrm>
        </p:spPr>
        <p:txBody>
          <a:bodyPr/>
          <a:lstStyle/>
          <a:p>
            <a:pPr fontAlgn="base"/>
            <a:r>
              <a:rPr lang="en-US" b="1" u="sng" dirty="0" smtClean="0"/>
              <a:t>Step-09: Insert 11</a:t>
            </a:r>
            <a:endParaRPr lang="en-US" b="1" dirty="0" smtClean="0"/>
          </a:p>
          <a:p>
            <a:pPr fontAlgn="base"/>
            <a:r>
              <a:rPr lang="en-US" dirty="0" smtClean="0"/>
              <a:t> As 11 &lt; 20, so insert 11 in 20’s left sub tree.</a:t>
            </a:r>
          </a:p>
          <a:p>
            <a:pPr fontAlgn="base"/>
            <a:r>
              <a:rPr lang="en-US" dirty="0" smtClean="0"/>
              <a:t>As 11 &gt; 10, so insert 11 in 10’s right sub tree.</a:t>
            </a:r>
          </a:p>
          <a:p>
            <a:pPr fontAlgn="base"/>
            <a:r>
              <a:rPr lang="en-US" dirty="0" smtClean="0"/>
              <a:t>As 11 &lt; 15, so insert 11 in 15’s left sub tree.</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8434" name="Picture 2"/>
          <p:cNvPicPr>
            <a:picLocks noChangeAspect="1" noChangeArrowheads="1"/>
          </p:cNvPicPr>
          <p:nvPr/>
        </p:nvPicPr>
        <p:blipFill>
          <a:blip r:embed="rId2"/>
          <a:srcRect/>
          <a:stretch>
            <a:fillRect/>
          </a:stretch>
        </p:blipFill>
        <p:spPr bwMode="auto">
          <a:xfrm>
            <a:off x="6953256" y="1000108"/>
            <a:ext cx="4786346" cy="50720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714356"/>
            <a:ext cx="11384685" cy="5378939"/>
          </a:xfrm>
        </p:spPr>
        <p:txBody>
          <a:bodyPr/>
          <a:lstStyle/>
          <a:p>
            <a:pPr fontAlgn="base"/>
            <a:r>
              <a:rPr lang="en-US" b="1" u="sng" dirty="0" smtClean="0"/>
              <a:t>Step-10: Insert 48</a:t>
            </a:r>
            <a:endParaRPr lang="en-US" b="1" dirty="0" smtClean="0"/>
          </a:p>
          <a:p>
            <a:pPr fontAlgn="base"/>
            <a:r>
              <a:rPr lang="en-US" dirty="0" smtClean="0"/>
              <a:t> As 48 &gt; 20, so insert 48 in 20’s right sub tree.</a:t>
            </a:r>
          </a:p>
          <a:p>
            <a:pPr fontAlgn="base"/>
            <a:r>
              <a:rPr lang="en-US" dirty="0" smtClean="0"/>
              <a:t>As 48 &lt; 50, so insert 48 in 50’s left sub tree.</a:t>
            </a:r>
          </a:p>
          <a:p>
            <a:pPr fontAlgn="base"/>
            <a:r>
              <a:rPr lang="en-US" dirty="0" smtClean="0"/>
              <a:t>As 48 &gt; 32, so insert 48 in 32’s right sub tree.</a:t>
            </a:r>
          </a:p>
          <a:p>
            <a:pPr fontAlgn="base"/>
            <a:r>
              <a:rPr lang="en-US" dirty="0" smtClean="0"/>
              <a:t>As 48 &gt; 46, so insert 48 in 46’s right sub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9458" name="Picture 2"/>
          <p:cNvPicPr>
            <a:picLocks noChangeAspect="1" noChangeArrowheads="1"/>
          </p:cNvPicPr>
          <p:nvPr/>
        </p:nvPicPr>
        <p:blipFill>
          <a:blip r:embed="rId2"/>
          <a:srcRect/>
          <a:stretch>
            <a:fillRect/>
          </a:stretch>
        </p:blipFill>
        <p:spPr bwMode="auto">
          <a:xfrm>
            <a:off x="6810380" y="857232"/>
            <a:ext cx="4929222" cy="51435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482" name="Picture 2"/>
          <p:cNvPicPr>
            <a:picLocks noGrp="1" noChangeAspect="1" noChangeArrowheads="1"/>
          </p:cNvPicPr>
          <p:nvPr>
            <p:ph idx="1"/>
          </p:nvPr>
        </p:nvPicPr>
        <p:blipFill>
          <a:blip r:embed="rId2"/>
          <a:srcRect/>
          <a:stretch>
            <a:fillRect/>
          </a:stretch>
        </p:blipFill>
        <p:spPr bwMode="auto">
          <a:xfrm>
            <a:off x="1738282" y="285728"/>
            <a:ext cx="8715436" cy="6286544"/>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1026" name="Ink 2"/>
              <p14:cNvContentPartPr>
                <a14:cpLocks xmlns:a14="http://schemas.microsoft.com/office/drawing/2010/main" noRot="1" noChangeAspect="1" noEditPoints="1" noChangeArrowheads="1" noChangeShapeType="1"/>
              </p14:cNvContentPartPr>
              <p14:nvPr/>
            </p14:nvContentPartPr>
            <p14:xfrm>
              <a:off x="1098550" y="2312988"/>
              <a:ext cx="625475" cy="241300"/>
            </p14:xfrm>
          </p:contentPart>
        </mc:Choice>
        <mc:Fallback xmlns="">
          <p:pic>
            <p:nvPicPr>
              <p:cNvPr id="1026" name="Ink 2"/>
              <p:cNvPicPr>
                <a:picLocks noRot="1" noChangeAspect="1" noEditPoints="1" noChangeArrowheads="1" noChangeShapeType="1"/>
              </p:cNvPicPr>
              <p:nvPr/>
            </p:nvPicPr>
            <p:blipFill>
              <a:blip r:embed="rId4"/>
              <a:stretch>
                <a:fillRect/>
              </a:stretch>
            </p:blipFill>
            <p:spPr>
              <a:xfrm>
                <a:off x="1089188" y="2303666"/>
                <a:ext cx="644200" cy="25994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27" name="Ink 3"/>
              <p14:cNvContentPartPr>
                <a14:cpLocks xmlns:a14="http://schemas.microsoft.com/office/drawing/2010/main" noRot="1" noChangeAspect="1" noEditPoints="1" noChangeArrowheads="1" noChangeShapeType="1"/>
              </p14:cNvContentPartPr>
              <p14:nvPr/>
            </p14:nvContentPartPr>
            <p14:xfrm>
              <a:off x="847725" y="2527300"/>
              <a:ext cx="1492250" cy="1874838"/>
            </p14:xfrm>
          </p:contentPart>
        </mc:Choice>
        <mc:Fallback xmlns="">
          <p:pic>
            <p:nvPicPr>
              <p:cNvPr id="1027" name="Ink 3"/>
              <p:cNvPicPr>
                <a:picLocks noRot="1" noChangeAspect="1" noEditPoints="1" noChangeArrowheads="1" noChangeShapeType="1"/>
              </p:cNvPicPr>
              <p:nvPr/>
            </p:nvPicPr>
            <p:blipFill>
              <a:blip r:embed="rId6"/>
              <a:stretch>
                <a:fillRect/>
              </a:stretch>
            </p:blipFill>
            <p:spPr>
              <a:xfrm>
                <a:off x="838362" y="2517951"/>
                <a:ext cx="1510975" cy="189353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28" name="Ink 4"/>
              <p14:cNvContentPartPr>
                <a14:cpLocks xmlns:a14="http://schemas.microsoft.com/office/drawing/2010/main" noRot="1" noChangeAspect="1" noEditPoints="1" noChangeArrowheads="1" noChangeShapeType="1"/>
              </p14:cNvContentPartPr>
              <p14:nvPr/>
            </p14:nvContentPartPr>
            <p14:xfrm>
              <a:off x="347663" y="1089025"/>
              <a:ext cx="376237" cy="152400"/>
            </p14:xfrm>
          </p:contentPart>
        </mc:Choice>
        <mc:Fallback xmlns="">
          <p:pic>
            <p:nvPicPr>
              <p:cNvPr id="1028" name="Ink 4"/>
              <p:cNvPicPr>
                <a:picLocks noRot="1" noChangeAspect="1" noEditPoints="1" noChangeArrowheads="1" noChangeShapeType="1"/>
              </p:cNvPicPr>
              <p:nvPr/>
            </p:nvPicPr>
            <p:blipFill>
              <a:blip r:embed="rId8"/>
              <a:stretch>
                <a:fillRect/>
              </a:stretch>
            </p:blipFill>
            <p:spPr>
              <a:xfrm>
                <a:off x="338284" y="1079658"/>
                <a:ext cx="394995" cy="17113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29" name="Ink 5"/>
              <p14:cNvContentPartPr>
                <a14:cpLocks xmlns:a14="http://schemas.microsoft.com/office/drawing/2010/main" noRot="1" noChangeAspect="1" noEditPoints="1" noChangeArrowheads="1" noChangeShapeType="1"/>
              </p14:cNvContentPartPr>
              <p14:nvPr/>
            </p14:nvContentPartPr>
            <p14:xfrm>
              <a:off x="1303338" y="2490788"/>
              <a:ext cx="19050" cy="9525"/>
            </p14:xfrm>
          </p:contentPart>
        </mc:Choice>
        <mc:Fallback xmlns="">
          <p:pic>
            <p:nvPicPr>
              <p:cNvPr id="1029" name="Ink 5"/>
              <p:cNvPicPr>
                <a:picLocks noRot="1" noChangeAspect="1" noEditPoints="1" noChangeArrowheads="1" noChangeShapeType="1"/>
              </p:cNvPicPr>
              <p:nvPr/>
            </p:nvPicPr>
            <p:blipFill>
              <a:blip r:embed="rId10"/>
              <a:stretch>
                <a:fillRect/>
              </a:stretch>
            </p:blipFill>
            <p:spPr>
              <a:xfrm>
                <a:off x="1293626" y="2480882"/>
                <a:ext cx="38474" cy="2933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30" name="Ink 6"/>
              <p14:cNvContentPartPr>
                <a14:cpLocks xmlns:a14="http://schemas.microsoft.com/office/drawing/2010/main" noRot="1" noChangeAspect="1" noEditPoints="1" noChangeArrowheads="1" noChangeShapeType="1"/>
              </p14:cNvContentPartPr>
              <p14:nvPr/>
            </p14:nvContentPartPr>
            <p14:xfrm>
              <a:off x="866775" y="820738"/>
              <a:ext cx="419100" cy="482600"/>
            </p14:xfrm>
          </p:contentPart>
        </mc:Choice>
        <mc:Fallback xmlns="">
          <p:pic>
            <p:nvPicPr>
              <p:cNvPr id="1030" name="Ink 6"/>
              <p:cNvPicPr>
                <a:picLocks noRot="1" noChangeAspect="1" noEditPoints="1" noChangeArrowheads="1" noChangeShapeType="1"/>
              </p:cNvPicPr>
              <p:nvPr/>
            </p:nvPicPr>
            <p:blipFill>
              <a:blip r:embed="rId12"/>
              <a:stretch>
                <a:fillRect/>
              </a:stretch>
            </p:blipFill>
            <p:spPr>
              <a:xfrm>
                <a:off x="857454" y="811374"/>
                <a:ext cx="437743" cy="501328"/>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31" name="Ink 7"/>
              <p14:cNvContentPartPr>
                <a14:cpLocks xmlns:a14="http://schemas.microsoft.com/office/drawing/2010/main" noRot="1" noChangeAspect="1" noEditPoints="1" noChangeArrowheads="1" noChangeShapeType="1"/>
              </p14:cNvContentPartPr>
              <p14:nvPr/>
            </p14:nvContentPartPr>
            <p14:xfrm>
              <a:off x="1054100" y="3295650"/>
              <a:ext cx="750888" cy="1222375"/>
            </p14:xfrm>
          </p:contentPart>
        </mc:Choice>
        <mc:Fallback xmlns="">
          <p:pic>
            <p:nvPicPr>
              <p:cNvPr id="1031" name="Ink 7"/>
              <p:cNvPicPr>
                <a:picLocks noRot="1" noChangeAspect="1" noEditPoints="1" noChangeArrowheads="1" noChangeShapeType="1"/>
              </p:cNvPicPr>
              <p:nvPr/>
            </p:nvPicPr>
            <p:blipFill>
              <a:blip r:embed="rId14"/>
              <a:stretch>
                <a:fillRect/>
              </a:stretch>
            </p:blipFill>
            <p:spPr>
              <a:xfrm>
                <a:off x="1044821" y="3286300"/>
                <a:ext cx="769446" cy="1241076"/>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32" name="Ink 8"/>
              <p14:cNvContentPartPr>
                <a14:cpLocks xmlns:a14="http://schemas.microsoft.com/office/drawing/2010/main" noRot="1" noChangeAspect="1" noEditPoints="1" noChangeArrowheads="1" noChangeShapeType="1"/>
              </p14:cNvContentPartPr>
              <p14:nvPr/>
            </p14:nvContentPartPr>
            <p14:xfrm>
              <a:off x="1946275" y="312738"/>
              <a:ext cx="1241425" cy="642937"/>
            </p14:xfrm>
          </p:contentPart>
        </mc:Choice>
        <mc:Fallback xmlns="">
          <p:pic>
            <p:nvPicPr>
              <p:cNvPr id="1032" name="Ink 8"/>
              <p:cNvPicPr>
                <a:picLocks noRot="1" noChangeAspect="1" noEditPoints="1" noChangeArrowheads="1" noChangeShapeType="1"/>
              </p:cNvPicPr>
              <p:nvPr/>
            </p:nvPicPr>
            <p:blipFill>
              <a:blip r:embed="rId16"/>
              <a:stretch>
                <a:fillRect/>
              </a:stretch>
            </p:blipFill>
            <p:spPr>
              <a:xfrm>
                <a:off x="1936987" y="303404"/>
                <a:ext cx="1260002" cy="661604"/>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33" name="Ink 9"/>
              <p14:cNvContentPartPr>
                <a14:cpLocks xmlns:a14="http://schemas.microsoft.com/office/drawing/2010/main" noRot="1" noChangeAspect="1" noEditPoints="1" noChangeArrowheads="1" noChangeShapeType="1"/>
              </p14:cNvContentPartPr>
              <p14:nvPr/>
            </p14:nvContentPartPr>
            <p14:xfrm>
              <a:off x="6518275" y="1143000"/>
              <a:ext cx="795338" cy="795338"/>
            </p14:xfrm>
          </p:contentPart>
        </mc:Choice>
        <mc:Fallback xmlns="">
          <p:pic>
            <p:nvPicPr>
              <p:cNvPr id="1033" name="Ink 9"/>
              <p:cNvPicPr>
                <a:picLocks noRot="1" noChangeAspect="1" noEditPoints="1" noChangeArrowheads="1" noChangeShapeType="1"/>
              </p:cNvPicPr>
              <p:nvPr/>
            </p:nvPicPr>
            <p:blipFill>
              <a:blip r:embed="rId18"/>
              <a:stretch>
                <a:fillRect/>
              </a:stretch>
            </p:blipFill>
            <p:spPr>
              <a:xfrm>
                <a:off x="6508931" y="1133673"/>
                <a:ext cx="814026" cy="813993"/>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34" name="Ink 10"/>
              <p14:cNvContentPartPr>
                <a14:cpLocks xmlns:a14="http://schemas.microsoft.com/office/drawing/2010/main" noRot="1" noChangeAspect="1" noEditPoints="1" noChangeArrowheads="1" noChangeShapeType="1"/>
              </p14:cNvContentPartPr>
              <p14:nvPr/>
            </p14:nvContentPartPr>
            <p14:xfrm>
              <a:off x="7323138" y="1776413"/>
              <a:ext cx="258762" cy="179387"/>
            </p14:xfrm>
          </p:contentPart>
        </mc:Choice>
        <mc:Fallback xmlns="">
          <p:pic>
            <p:nvPicPr>
              <p:cNvPr id="1034" name="Ink 10"/>
              <p:cNvPicPr>
                <a:picLocks noRot="1" noChangeAspect="1" noEditPoints="1" noChangeArrowheads="1" noChangeShapeType="1"/>
              </p:cNvPicPr>
              <p:nvPr/>
            </p:nvPicPr>
            <p:blipFill>
              <a:blip r:embed="rId20"/>
              <a:stretch>
                <a:fillRect/>
              </a:stretch>
            </p:blipFill>
            <p:spPr>
              <a:xfrm>
                <a:off x="7313794" y="1767029"/>
                <a:ext cx="277450" cy="19815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35" name="Ink 11"/>
              <p14:cNvContentPartPr>
                <a14:cpLocks xmlns:a14="http://schemas.microsoft.com/office/drawing/2010/main" noRot="1" noChangeAspect="1" noEditPoints="1" noChangeArrowheads="1" noChangeShapeType="1"/>
              </p14:cNvContentPartPr>
              <p14:nvPr/>
            </p14:nvContentPartPr>
            <p14:xfrm>
              <a:off x="7858125" y="2259013"/>
              <a:ext cx="992188" cy="965200"/>
            </p14:xfrm>
          </p:contentPart>
        </mc:Choice>
        <mc:Fallback xmlns="">
          <p:pic>
            <p:nvPicPr>
              <p:cNvPr id="1035" name="Ink 11"/>
              <p:cNvPicPr>
                <a:picLocks noRot="1" noChangeAspect="1" noEditPoints="1" noChangeArrowheads="1" noChangeShapeType="1"/>
              </p:cNvPicPr>
              <p:nvPr/>
            </p:nvPicPr>
            <p:blipFill>
              <a:blip r:embed="rId22"/>
              <a:stretch>
                <a:fillRect/>
              </a:stretch>
            </p:blipFill>
            <p:spPr>
              <a:xfrm>
                <a:off x="7848768" y="2249656"/>
                <a:ext cx="1010902" cy="983914"/>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36" name="Ink 12"/>
              <p14:cNvContentPartPr>
                <a14:cpLocks xmlns:a14="http://schemas.microsoft.com/office/drawing/2010/main" noRot="1" noChangeAspect="1" noEditPoints="1" noChangeArrowheads="1" noChangeShapeType="1"/>
              </p14:cNvContentPartPr>
              <p14:nvPr/>
            </p14:nvContentPartPr>
            <p14:xfrm>
              <a:off x="8759825" y="3490913"/>
              <a:ext cx="1063625" cy="617537"/>
            </p14:xfrm>
          </p:contentPart>
        </mc:Choice>
        <mc:Fallback xmlns="">
          <p:pic>
            <p:nvPicPr>
              <p:cNvPr id="1036" name="Ink 12"/>
              <p:cNvPicPr>
                <a:picLocks noRot="1" noChangeAspect="1" noEditPoints="1" noChangeArrowheads="1" noChangeShapeType="1"/>
              </p:cNvPicPr>
              <p:nvPr/>
            </p:nvPicPr>
            <p:blipFill>
              <a:blip r:embed="rId24"/>
              <a:stretch>
                <a:fillRect/>
              </a:stretch>
            </p:blipFill>
            <p:spPr>
              <a:xfrm>
                <a:off x="8750498" y="3481589"/>
                <a:ext cx="1082279" cy="63618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37" name="Ink 13"/>
              <p14:cNvContentPartPr>
                <a14:cpLocks xmlns:a14="http://schemas.microsoft.com/office/drawing/2010/main" noRot="1" noChangeAspect="1" noEditPoints="1" noChangeArrowheads="1" noChangeShapeType="1"/>
              </p14:cNvContentPartPr>
              <p14:nvPr/>
            </p14:nvContentPartPr>
            <p14:xfrm>
              <a:off x="9474200" y="3554413"/>
              <a:ext cx="723900" cy="177800"/>
            </p14:xfrm>
          </p:contentPart>
        </mc:Choice>
        <mc:Fallback xmlns="">
          <p:pic>
            <p:nvPicPr>
              <p:cNvPr id="1037" name="Ink 13"/>
              <p:cNvPicPr>
                <a:picLocks noRot="1" noChangeAspect="1" noEditPoints="1" noChangeArrowheads="1" noChangeShapeType="1"/>
              </p:cNvPicPr>
              <p:nvPr/>
            </p:nvPicPr>
            <p:blipFill>
              <a:blip r:embed="rId26"/>
              <a:stretch>
                <a:fillRect/>
              </a:stretch>
            </p:blipFill>
            <p:spPr>
              <a:xfrm>
                <a:off x="9464836" y="3545241"/>
                <a:ext cx="742628" cy="196144"/>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038" name="Ink 14"/>
              <p14:cNvContentPartPr>
                <a14:cpLocks xmlns:a14="http://schemas.microsoft.com/office/drawing/2010/main" noRot="1" noChangeAspect="1" noEditPoints="1" noChangeArrowheads="1" noChangeShapeType="1"/>
              </p14:cNvContentPartPr>
              <p14:nvPr/>
            </p14:nvContentPartPr>
            <p14:xfrm>
              <a:off x="7116763" y="1982788"/>
              <a:ext cx="1322387" cy="500062"/>
            </p14:xfrm>
          </p:contentPart>
        </mc:Choice>
        <mc:Fallback xmlns="">
          <p:pic>
            <p:nvPicPr>
              <p:cNvPr id="1038" name="Ink 14"/>
              <p:cNvPicPr>
                <a:picLocks noRot="1" noChangeAspect="1" noEditPoints="1" noChangeArrowheads="1" noChangeShapeType="1"/>
              </p:cNvPicPr>
              <p:nvPr/>
            </p:nvPicPr>
            <p:blipFill>
              <a:blip r:embed="rId28"/>
              <a:stretch>
                <a:fillRect/>
              </a:stretch>
            </p:blipFill>
            <p:spPr>
              <a:xfrm>
                <a:off x="7107400" y="1973434"/>
                <a:ext cx="1341114" cy="518769"/>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39" name="Ink 15"/>
              <p14:cNvContentPartPr>
                <a14:cpLocks xmlns:a14="http://schemas.microsoft.com/office/drawing/2010/main" noRot="1" noChangeAspect="1" noEditPoints="1" noChangeArrowheads="1" noChangeShapeType="1"/>
              </p14:cNvContentPartPr>
              <p14:nvPr/>
            </p14:nvContentPartPr>
            <p14:xfrm>
              <a:off x="6134100" y="2357438"/>
              <a:ext cx="457200" cy="723900"/>
            </p14:xfrm>
          </p:contentPart>
        </mc:Choice>
        <mc:Fallback xmlns="">
          <p:pic>
            <p:nvPicPr>
              <p:cNvPr id="1039" name="Ink 15"/>
              <p:cNvPicPr>
                <a:picLocks noRot="1" noChangeAspect="1" noEditPoints="1" noChangeArrowheads="1" noChangeShapeType="1"/>
              </p:cNvPicPr>
              <p:nvPr/>
            </p:nvPicPr>
            <p:blipFill>
              <a:blip r:embed="rId30"/>
              <a:stretch>
                <a:fillRect/>
              </a:stretch>
            </p:blipFill>
            <p:spPr>
              <a:xfrm>
                <a:off x="6124725" y="2348079"/>
                <a:ext cx="475950" cy="742618"/>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040" name="Ink 16"/>
              <p14:cNvContentPartPr>
                <a14:cpLocks xmlns:a14="http://schemas.microsoft.com/office/drawing/2010/main" noRot="1" noChangeAspect="1" noEditPoints="1" noChangeArrowheads="1" noChangeShapeType="1"/>
              </p14:cNvContentPartPr>
              <p14:nvPr/>
            </p14:nvContentPartPr>
            <p14:xfrm>
              <a:off x="6089650" y="3187700"/>
              <a:ext cx="455613" cy="214313"/>
            </p14:xfrm>
          </p:contentPart>
        </mc:Choice>
        <mc:Fallback xmlns="">
          <p:pic>
            <p:nvPicPr>
              <p:cNvPr id="1040" name="Ink 16"/>
              <p:cNvPicPr>
                <a:picLocks noRot="1" noChangeAspect="1" noEditPoints="1" noChangeArrowheads="1" noChangeShapeType="1"/>
              </p:cNvPicPr>
              <p:nvPr/>
            </p:nvPicPr>
            <p:blipFill>
              <a:blip r:embed="rId32"/>
              <a:stretch>
                <a:fillRect/>
              </a:stretch>
            </p:blipFill>
            <p:spPr>
              <a:xfrm>
                <a:off x="6080308" y="3178475"/>
                <a:ext cx="474297" cy="232764"/>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41" name="Ink 17"/>
              <p14:cNvContentPartPr>
                <a14:cpLocks xmlns:a14="http://schemas.microsoft.com/office/drawing/2010/main" noRot="1" noChangeAspect="1" noEditPoints="1" noChangeArrowheads="1" noChangeShapeType="1"/>
              </p14:cNvContentPartPr>
              <p14:nvPr/>
            </p14:nvContentPartPr>
            <p14:xfrm>
              <a:off x="6670675" y="2741613"/>
              <a:ext cx="696913" cy="285750"/>
            </p14:xfrm>
          </p:contentPart>
        </mc:Choice>
        <mc:Fallback xmlns="">
          <p:pic>
            <p:nvPicPr>
              <p:cNvPr id="1041" name="Ink 17"/>
              <p:cNvPicPr>
                <a:picLocks noRot="1" noChangeAspect="1" noEditPoints="1" noChangeArrowheads="1" noChangeShapeType="1"/>
              </p:cNvPicPr>
              <p:nvPr/>
            </p:nvPicPr>
            <p:blipFill>
              <a:blip r:embed="rId34"/>
              <a:stretch>
                <a:fillRect/>
              </a:stretch>
            </p:blipFill>
            <p:spPr>
              <a:xfrm>
                <a:off x="6661316" y="2732291"/>
                <a:ext cx="715632" cy="304394"/>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42" name="Ink 18"/>
              <p14:cNvContentPartPr>
                <a14:cpLocks xmlns:a14="http://schemas.microsoft.com/office/drawing/2010/main" noRot="1" noChangeAspect="1" noEditPoints="1" noChangeArrowheads="1" noChangeShapeType="1"/>
              </p14:cNvContentPartPr>
              <p14:nvPr/>
            </p14:nvContentPartPr>
            <p14:xfrm>
              <a:off x="10358438" y="1169988"/>
              <a:ext cx="750887" cy="1135062"/>
            </p14:xfrm>
          </p:contentPart>
        </mc:Choice>
        <mc:Fallback xmlns="">
          <p:pic>
            <p:nvPicPr>
              <p:cNvPr id="1042" name="Ink 18"/>
              <p:cNvPicPr>
                <a:picLocks noRot="1" noChangeAspect="1" noEditPoints="1" noChangeArrowheads="1" noChangeShapeType="1"/>
              </p:cNvPicPr>
              <p:nvPr/>
            </p:nvPicPr>
            <p:blipFill>
              <a:blip r:embed="rId36"/>
              <a:stretch>
                <a:fillRect/>
              </a:stretch>
            </p:blipFill>
            <p:spPr>
              <a:xfrm>
                <a:off x="10349106" y="1160631"/>
                <a:ext cx="769551" cy="1153776"/>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043" name="Ink 19"/>
              <p14:cNvContentPartPr>
                <a14:cpLocks xmlns:a14="http://schemas.microsoft.com/office/drawing/2010/main" noRot="1" noChangeAspect="1" noEditPoints="1" noChangeArrowheads="1" noChangeShapeType="1"/>
              </p14:cNvContentPartPr>
              <p14:nvPr/>
            </p14:nvContentPartPr>
            <p14:xfrm>
              <a:off x="11018838" y="5249863"/>
              <a:ext cx="500062" cy="625475"/>
            </p14:xfrm>
          </p:contentPart>
        </mc:Choice>
        <mc:Fallback xmlns="">
          <p:pic>
            <p:nvPicPr>
              <p:cNvPr id="1043" name="Ink 19"/>
              <p:cNvPicPr>
                <a:picLocks noRot="1" noChangeAspect="1" noEditPoints="1" noChangeArrowheads="1" noChangeShapeType="1"/>
              </p:cNvPicPr>
              <p:nvPr/>
            </p:nvPicPr>
            <p:blipFill>
              <a:blip r:embed="rId38"/>
              <a:stretch>
                <a:fillRect/>
              </a:stretch>
            </p:blipFill>
            <p:spPr>
              <a:xfrm>
                <a:off x="11009484" y="5240501"/>
                <a:ext cx="518769" cy="644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044" name="Ink 20"/>
              <p14:cNvContentPartPr>
                <a14:cpLocks xmlns:a14="http://schemas.microsoft.com/office/drawing/2010/main" noRot="1" noChangeAspect="1" noEditPoints="1" noChangeArrowheads="1" noChangeShapeType="1"/>
              </p14:cNvContentPartPr>
              <p14:nvPr/>
            </p14:nvContentPartPr>
            <p14:xfrm>
              <a:off x="10188575" y="3116263"/>
              <a:ext cx="1670050" cy="3206750"/>
            </p14:xfrm>
          </p:contentPart>
        </mc:Choice>
        <mc:Fallback xmlns="">
          <p:pic>
            <p:nvPicPr>
              <p:cNvPr id="1044" name="Ink 20"/>
              <p:cNvPicPr>
                <a:picLocks noRot="1" noChangeAspect="1" noEditPoints="1" noChangeArrowheads="1" noChangeShapeType="1"/>
              </p:cNvPicPr>
              <p:nvPr/>
            </p:nvPicPr>
            <p:blipFill>
              <a:blip r:embed="rId40"/>
              <a:stretch>
                <a:fillRect/>
              </a:stretch>
            </p:blipFill>
            <p:spPr>
              <a:xfrm>
                <a:off x="10179217" y="3106905"/>
                <a:ext cx="1688766" cy="3225465"/>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45" name="Ink 21"/>
              <p14:cNvContentPartPr>
                <a14:cpLocks xmlns:a14="http://schemas.microsoft.com/office/drawing/2010/main" noRot="1" noChangeAspect="1" noEditPoints="1" noChangeArrowheads="1" noChangeShapeType="1"/>
              </p14:cNvContentPartPr>
              <p14:nvPr/>
            </p14:nvContentPartPr>
            <p14:xfrm>
              <a:off x="10215563" y="2268538"/>
              <a:ext cx="1901825" cy="1500187"/>
            </p14:xfrm>
          </p:contentPart>
        </mc:Choice>
        <mc:Fallback xmlns="">
          <p:pic>
            <p:nvPicPr>
              <p:cNvPr id="1045" name="Ink 21"/>
              <p:cNvPicPr>
                <a:picLocks noRot="1" noChangeAspect="1" noEditPoints="1" noChangeArrowheads="1" noChangeShapeType="1"/>
              </p:cNvPicPr>
              <p:nvPr/>
            </p:nvPicPr>
            <p:blipFill>
              <a:blip r:embed="rId42"/>
              <a:stretch>
                <a:fillRect/>
              </a:stretch>
            </p:blipFill>
            <p:spPr>
              <a:xfrm>
                <a:off x="10206219" y="2259182"/>
                <a:ext cx="1920513" cy="1518899"/>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46" name="Ink 22"/>
              <p14:cNvContentPartPr>
                <a14:cpLocks xmlns:a14="http://schemas.microsoft.com/office/drawing/2010/main" noRot="1" noChangeAspect="1" noEditPoints="1" noChangeArrowheads="1" noChangeShapeType="1"/>
              </p14:cNvContentPartPr>
              <p14:nvPr/>
            </p14:nvContentPartPr>
            <p14:xfrm>
              <a:off x="10394950" y="2982913"/>
              <a:ext cx="123825" cy="133350"/>
            </p14:xfrm>
          </p:contentPart>
        </mc:Choice>
        <mc:Fallback xmlns="">
          <p:pic>
            <p:nvPicPr>
              <p:cNvPr id="1046" name="Ink 22"/>
              <p:cNvPicPr>
                <a:picLocks noRot="1" noChangeAspect="1" noEditPoints="1" noChangeArrowheads="1" noChangeShapeType="1"/>
              </p:cNvPicPr>
              <p:nvPr/>
            </p:nvPicPr>
            <p:blipFill>
              <a:blip r:embed="rId44"/>
              <a:stretch>
                <a:fillRect/>
              </a:stretch>
            </p:blipFill>
            <p:spPr>
              <a:xfrm>
                <a:off x="10385778" y="2973813"/>
                <a:ext cx="142169" cy="15155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47" name="Ink 23"/>
              <p14:cNvContentPartPr>
                <a14:cpLocks xmlns:a14="http://schemas.microsoft.com/office/drawing/2010/main" noRot="1" noChangeAspect="1" noEditPoints="1" noChangeArrowheads="1" noChangeShapeType="1"/>
              </p14:cNvContentPartPr>
              <p14:nvPr/>
            </p14:nvContentPartPr>
            <p14:xfrm>
              <a:off x="10617200" y="2830513"/>
              <a:ext cx="134938" cy="142875"/>
            </p14:xfrm>
          </p:contentPart>
        </mc:Choice>
        <mc:Fallback xmlns="">
          <p:pic>
            <p:nvPicPr>
              <p:cNvPr id="1047" name="Ink 23"/>
              <p:cNvPicPr>
                <a:picLocks noRot="1" noChangeAspect="1" noEditPoints="1" noChangeArrowheads="1" noChangeShapeType="1"/>
              </p:cNvPicPr>
              <p:nvPr/>
            </p:nvPicPr>
            <p:blipFill>
              <a:blip r:embed="rId46"/>
              <a:stretch>
                <a:fillRect/>
              </a:stretch>
            </p:blipFill>
            <p:spPr>
              <a:xfrm>
                <a:off x="10607869" y="2821179"/>
                <a:ext cx="153600" cy="161542"/>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48" name="Ink 24"/>
              <p14:cNvContentPartPr>
                <a14:cpLocks xmlns:a14="http://schemas.microsoft.com/office/drawing/2010/main" noRot="1" noChangeAspect="1" noEditPoints="1" noChangeArrowheads="1" noChangeShapeType="1"/>
              </p14:cNvContentPartPr>
              <p14:nvPr/>
            </p14:nvContentPartPr>
            <p14:xfrm>
              <a:off x="10814050" y="2268538"/>
              <a:ext cx="696913" cy="571500"/>
            </p14:xfrm>
          </p:contentPart>
        </mc:Choice>
        <mc:Fallback xmlns="">
          <p:pic>
            <p:nvPicPr>
              <p:cNvPr id="1048" name="Ink 24"/>
              <p:cNvPicPr>
                <a:picLocks noRot="1" noChangeAspect="1" noEditPoints="1" noChangeArrowheads="1" noChangeShapeType="1"/>
              </p:cNvPicPr>
              <p:nvPr/>
            </p:nvPicPr>
            <p:blipFill>
              <a:blip r:embed="rId48"/>
              <a:stretch>
                <a:fillRect/>
              </a:stretch>
            </p:blipFill>
            <p:spPr>
              <a:xfrm>
                <a:off x="10804700" y="2259187"/>
                <a:ext cx="715612" cy="590202"/>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49" name="Ink 25"/>
              <p14:cNvContentPartPr>
                <a14:cpLocks xmlns:a14="http://schemas.microsoft.com/office/drawing/2010/main" noRot="1" noChangeAspect="1" noEditPoints="1" noChangeArrowheads="1" noChangeShapeType="1"/>
              </p14:cNvContentPartPr>
              <p14:nvPr/>
            </p14:nvContentPartPr>
            <p14:xfrm>
              <a:off x="11582400" y="1973263"/>
              <a:ext cx="384175" cy="241300"/>
            </p14:xfrm>
          </p:contentPart>
        </mc:Choice>
        <mc:Fallback xmlns="">
          <p:pic>
            <p:nvPicPr>
              <p:cNvPr id="1049" name="Ink 25"/>
              <p:cNvPicPr>
                <a:picLocks noRot="1" noChangeAspect="1" noEditPoints="1" noChangeArrowheads="1" noChangeShapeType="1"/>
              </p:cNvPicPr>
              <p:nvPr/>
            </p:nvPicPr>
            <p:blipFill>
              <a:blip r:embed="rId50"/>
              <a:stretch>
                <a:fillRect/>
              </a:stretch>
            </p:blipFill>
            <p:spPr>
              <a:xfrm>
                <a:off x="11573047" y="1963955"/>
                <a:ext cx="402880" cy="259917"/>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50" name="Ink 26"/>
              <p14:cNvContentPartPr>
                <a14:cpLocks xmlns:a14="http://schemas.microsoft.com/office/drawing/2010/main" noRot="1" noChangeAspect="1" noEditPoints="1" noChangeArrowheads="1" noChangeShapeType="1"/>
              </p14:cNvContentPartPr>
              <p14:nvPr/>
            </p14:nvContentPartPr>
            <p14:xfrm>
              <a:off x="9902825" y="2081213"/>
              <a:ext cx="492125" cy="758825"/>
            </p14:xfrm>
          </p:contentPart>
        </mc:Choice>
        <mc:Fallback xmlns="">
          <p:pic>
            <p:nvPicPr>
              <p:cNvPr id="1050" name="Ink 26"/>
              <p:cNvPicPr>
                <a:picLocks noRot="1" noChangeAspect="1" noEditPoints="1" noChangeArrowheads="1" noChangeShapeType="1"/>
              </p:cNvPicPr>
              <p:nvPr/>
            </p:nvPicPr>
            <p:blipFill>
              <a:blip r:embed="rId52"/>
              <a:stretch>
                <a:fillRect/>
              </a:stretch>
            </p:blipFill>
            <p:spPr>
              <a:xfrm>
                <a:off x="9893458" y="2071867"/>
                <a:ext cx="510859" cy="777517"/>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51" name="Ink 27"/>
              <p14:cNvContentPartPr>
                <a14:cpLocks xmlns:a14="http://schemas.microsoft.com/office/drawing/2010/main" noRot="1" noChangeAspect="1" noEditPoints="1" noChangeArrowheads="1" noChangeShapeType="1"/>
              </p14:cNvContentPartPr>
              <p14:nvPr/>
            </p14:nvContentPartPr>
            <p14:xfrm>
              <a:off x="10841038" y="1527175"/>
              <a:ext cx="1098550" cy="768350"/>
            </p14:xfrm>
          </p:contentPart>
        </mc:Choice>
        <mc:Fallback xmlns="">
          <p:pic>
            <p:nvPicPr>
              <p:cNvPr id="1051" name="Ink 27"/>
              <p:cNvPicPr>
                <a:picLocks noRot="1" noChangeAspect="1" noEditPoints="1" noChangeArrowheads="1" noChangeShapeType="1"/>
              </p:cNvPicPr>
              <p:nvPr/>
            </p:nvPicPr>
            <p:blipFill>
              <a:blip r:embed="rId54"/>
              <a:stretch>
                <a:fillRect/>
              </a:stretch>
            </p:blipFill>
            <p:spPr>
              <a:xfrm>
                <a:off x="10831679" y="1517883"/>
                <a:ext cx="1117267" cy="78693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52" name="Ink 28"/>
              <p14:cNvContentPartPr>
                <a14:cpLocks xmlns:a14="http://schemas.microsoft.com/office/drawing/2010/main" noRot="1" noChangeAspect="1" noEditPoints="1" noChangeArrowheads="1" noChangeShapeType="1"/>
              </p14:cNvContentPartPr>
              <p14:nvPr/>
            </p14:nvContentPartPr>
            <p14:xfrm>
              <a:off x="6562725" y="3340100"/>
              <a:ext cx="876300" cy="312738"/>
            </p14:xfrm>
          </p:contentPart>
        </mc:Choice>
        <mc:Fallback xmlns="">
          <p:pic>
            <p:nvPicPr>
              <p:cNvPr id="1052" name="Ink 28"/>
              <p:cNvPicPr>
                <a:picLocks noRot="1" noChangeAspect="1" noEditPoints="1" noChangeArrowheads="1" noChangeShapeType="1"/>
              </p:cNvPicPr>
              <p:nvPr/>
            </p:nvPicPr>
            <p:blipFill>
              <a:blip r:embed="rId56"/>
              <a:stretch>
                <a:fillRect/>
              </a:stretch>
            </p:blipFill>
            <p:spPr>
              <a:xfrm>
                <a:off x="6553357" y="3330743"/>
                <a:ext cx="895037" cy="331452"/>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53" name="Ink 29"/>
              <p14:cNvContentPartPr>
                <a14:cpLocks xmlns:a14="http://schemas.microsoft.com/office/drawing/2010/main" noRot="1" noChangeAspect="1" noEditPoints="1" noChangeArrowheads="1" noChangeShapeType="1"/>
              </p14:cNvContentPartPr>
              <p14:nvPr/>
            </p14:nvContentPartPr>
            <p14:xfrm>
              <a:off x="3081338" y="2751138"/>
              <a:ext cx="214312" cy="312737"/>
            </p14:xfrm>
          </p:contentPart>
        </mc:Choice>
        <mc:Fallback xmlns="">
          <p:pic>
            <p:nvPicPr>
              <p:cNvPr id="1053" name="Ink 29"/>
              <p:cNvPicPr>
                <a:picLocks noRot="1" noChangeAspect="1" noEditPoints="1" noChangeArrowheads="1" noChangeShapeType="1"/>
              </p:cNvPicPr>
              <p:nvPr/>
            </p:nvPicPr>
            <p:blipFill>
              <a:blip r:embed="rId58"/>
              <a:stretch>
                <a:fillRect/>
              </a:stretch>
            </p:blipFill>
            <p:spPr>
              <a:xfrm>
                <a:off x="3072307" y="2741781"/>
                <a:ext cx="232374" cy="331451"/>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54" name="Ink 30"/>
              <p14:cNvContentPartPr>
                <a14:cpLocks xmlns:a14="http://schemas.microsoft.com/office/drawing/2010/main" noRot="1" noChangeAspect="1" noEditPoints="1" noChangeArrowheads="1" noChangeShapeType="1"/>
              </p14:cNvContentPartPr>
              <p14:nvPr/>
            </p14:nvContentPartPr>
            <p14:xfrm>
              <a:off x="3375025" y="2795588"/>
              <a:ext cx="134938" cy="177800"/>
            </p14:xfrm>
          </p:contentPart>
        </mc:Choice>
        <mc:Fallback xmlns="">
          <p:pic>
            <p:nvPicPr>
              <p:cNvPr id="1054" name="Ink 30"/>
              <p:cNvPicPr>
                <a:picLocks noRot="1" noChangeAspect="1" noEditPoints="1" noChangeArrowheads="1" noChangeShapeType="1"/>
              </p:cNvPicPr>
              <p:nvPr/>
            </p:nvPicPr>
            <p:blipFill>
              <a:blip r:embed="rId60"/>
              <a:stretch>
                <a:fillRect/>
              </a:stretch>
            </p:blipFill>
            <p:spPr>
              <a:xfrm>
                <a:off x="3365644" y="2786324"/>
                <a:ext cx="153699" cy="196328"/>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55" name="Ink 31"/>
              <p14:cNvContentPartPr>
                <a14:cpLocks xmlns:a14="http://schemas.microsoft.com/office/drawing/2010/main" noRot="1" noChangeAspect="1" noEditPoints="1" noChangeArrowheads="1" noChangeShapeType="1"/>
              </p14:cNvContentPartPr>
              <p14:nvPr/>
            </p14:nvContentPartPr>
            <p14:xfrm>
              <a:off x="3062288" y="3133725"/>
              <a:ext cx="134937" cy="268288"/>
            </p14:xfrm>
          </p:contentPart>
        </mc:Choice>
        <mc:Fallback xmlns="">
          <p:pic>
            <p:nvPicPr>
              <p:cNvPr id="1055" name="Ink 31"/>
              <p:cNvPicPr>
                <a:picLocks noRot="1" noChangeAspect="1" noEditPoints="1" noChangeArrowheads="1" noChangeShapeType="1"/>
              </p:cNvPicPr>
              <p:nvPr/>
            </p:nvPicPr>
            <p:blipFill>
              <a:blip r:embed="rId62"/>
              <a:stretch>
                <a:fillRect/>
              </a:stretch>
            </p:blipFill>
            <p:spPr>
              <a:xfrm>
                <a:off x="3052882" y="3124374"/>
                <a:ext cx="153749" cy="286989"/>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56" name="Ink 32"/>
              <p14:cNvContentPartPr>
                <a14:cpLocks xmlns:a14="http://schemas.microsoft.com/office/drawing/2010/main" noRot="1" noChangeAspect="1" noEditPoints="1" noChangeArrowheads="1" noChangeShapeType="1"/>
              </p14:cNvContentPartPr>
              <p14:nvPr/>
            </p14:nvContentPartPr>
            <p14:xfrm>
              <a:off x="2874963" y="3554413"/>
              <a:ext cx="179387" cy="285750"/>
            </p14:xfrm>
          </p:contentPart>
        </mc:Choice>
        <mc:Fallback xmlns="">
          <p:pic>
            <p:nvPicPr>
              <p:cNvPr id="1056" name="Ink 32"/>
              <p:cNvPicPr>
                <a:picLocks noRot="1" noChangeAspect="1" noEditPoints="1" noChangeArrowheads="1" noChangeShapeType="1"/>
              </p:cNvPicPr>
              <p:nvPr/>
            </p:nvPicPr>
            <p:blipFill>
              <a:blip r:embed="rId64"/>
              <a:stretch>
                <a:fillRect/>
              </a:stretch>
            </p:blipFill>
            <p:spPr>
              <a:xfrm>
                <a:off x="2865727" y="3545079"/>
                <a:ext cx="197859" cy="304417"/>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57" name="Ink 33"/>
              <p14:cNvContentPartPr>
                <a14:cpLocks xmlns:a14="http://schemas.microsoft.com/office/drawing/2010/main" noRot="1" noChangeAspect="1" noEditPoints="1" noChangeArrowheads="1" noChangeShapeType="1"/>
              </p14:cNvContentPartPr>
              <p14:nvPr/>
            </p14:nvContentPartPr>
            <p14:xfrm>
              <a:off x="3081338" y="3509963"/>
              <a:ext cx="133350" cy="231775"/>
            </p14:xfrm>
          </p:contentPart>
        </mc:Choice>
        <mc:Fallback xmlns="">
          <p:pic>
            <p:nvPicPr>
              <p:cNvPr id="1057" name="Ink 33"/>
              <p:cNvPicPr>
                <a:picLocks noRot="1" noChangeAspect="1" noEditPoints="1" noChangeArrowheads="1" noChangeShapeType="1"/>
              </p:cNvPicPr>
              <p:nvPr/>
            </p:nvPicPr>
            <p:blipFill>
              <a:blip r:embed="rId66"/>
              <a:stretch>
                <a:fillRect/>
              </a:stretch>
            </p:blipFill>
            <p:spPr>
              <a:xfrm>
                <a:off x="3072190" y="3500678"/>
                <a:ext cx="151646" cy="250346"/>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58" name="Ink 34"/>
              <p14:cNvContentPartPr>
                <a14:cpLocks xmlns:a14="http://schemas.microsoft.com/office/drawing/2010/main" noRot="1" noChangeAspect="1" noEditPoints="1" noChangeArrowheads="1" noChangeShapeType="1"/>
              </p14:cNvContentPartPr>
              <p14:nvPr/>
            </p14:nvContentPartPr>
            <p14:xfrm>
              <a:off x="3463925" y="3036888"/>
              <a:ext cx="206375" cy="411162"/>
            </p14:xfrm>
          </p:contentPart>
        </mc:Choice>
        <mc:Fallback xmlns="">
          <p:pic>
            <p:nvPicPr>
              <p:cNvPr id="1058" name="Ink 34"/>
              <p:cNvPicPr>
                <a:picLocks noRot="1" noChangeAspect="1" noEditPoints="1" noChangeArrowheads="1" noChangeShapeType="1"/>
              </p:cNvPicPr>
              <p:nvPr/>
            </p:nvPicPr>
            <p:blipFill>
              <a:blip r:embed="rId68"/>
              <a:stretch>
                <a:fillRect/>
              </a:stretch>
            </p:blipFill>
            <p:spPr>
              <a:xfrm>
                <a:off x="3454544" y="3027527"/>
                <a:ext cx="225136" cy="429884"/>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59" name="Ink 35"/>
              <p14:cNvContentPartPr>
                <a14:cpLocks xmlns:a14="http://schemas.microsoft.com/office/drawing/2010/main" noRot="1" noChangeAspect="1" noEditPoints="1" noChangeArrowheads="1" noChangeShapeType="1"/>
              </p14:cNvContentPartPr>
              <p14:nvPr/>
            </p14:nvContentPartPr>
            <p14:xfrm>
              <a:off x="3670300" y="3509963"/>
              <a:ext cx="187325" cy="125412"/>
            </p14:xfrm>
          </p:contentPart>
        </mc:Choice>
        <mc:Fallback xmlns="">
          <p:pic>
            <p:nvPicPr>
              <p:cNvPr id="1059" name="Ink 35"/>
              <p:cNvPicPr>
                <a:picLocks noRot="1" noChangeAspect="1" noEditPoints="1" noChangeArrowheads="1" noChangeShapeType="1"/>
              </p:cNvPicPr>
              <p:nvPr/>
            </p:nvPicPr>
            <p:blipFill>
              <a:blip r:embed="rId70"/>
              <a:stretch>
                <a:fillRect/>
              </a:stretch>
            </p:blipFill>
            <p:spPr>
              <a:xfrm>
                <a:off x="3660970" y="3500620"/>
                <a:ext cx="205986" cy="144098"/>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60" name="Ink 36"/>
              <p14:cNvContentPartPr>
                <a14:cpLocks xmlns:a14="http://schemas.microsoft.com/office/drawing/2010/main" noRot="1" noChangeAspect="1" noEditPoints="1" noChangeArrowheads="1" noChangeShapeType="1"/>
              </p14:cNvContentPartPr>
              <p14:nvPr/>
            </p14:nvContentPartPr>
            <p14:xfrm>
              <a:off x="3875088" y="3438525"/>
              <a:ext cx="188912" cy="268288"/>
            </p14:xfrm>
          </p:contentPart>
        </mc:Choice>
        <mc:Fallback xmlns="">
          <p:pic>
            <p:nvPicPr>
              <p:cNvPr id="1060" name="Ink 36"/>
              <p:cNvPicPr>
                <a:picLocks noRot="1" noChangeAspect="1" noEditPoints="1" noChangeArrowheads="1" noChangeShapeType="1"/>
              </p:cNvPicPr>
              <p:nvPr/>
            </p:nvPicPr>
            <p:blipFill>
              <a:blip r:embed="rId72"/>
              <a:stretch>
                <a:fillRect/>
              </a:stretch>
            </p:blipFill>
            <p:spPr>
              <a:xfrm>
                <a:off x="3865715" y="3429212"/>
                <a:ext cx="207659" cy="286914"/>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61" name="Ink 37"/>
              <p14:cNvContentPartPr>
                <a14:cpLocks xmlns:a14="http://schemas.microsoft.com/office/drawing/2010/main" noRot="1" noChangeAspect="1" noEditPoints="1" noChangeArrowheads="1" noChangeShapeType="1"/>
              </p14:cNvContentPartPr>
              <p14:nvPr/>
            </p14:nvContentPartPr>
            <p14:xfrm>
              <a:off x="3152775" y="3848100"/>
              <a:ext cx="214313" cy="196850"/>
            </p14:xfrm>
          </p:contentPart>
        </mc:Choice>
        <mc:Fallback xmlns="">
          <p:pic>
            <p:nvPicPr>
              <p:cNvPr id="1061" name="Ink 37"/>
              <p:cNvPicPr>
                <a:picLocks noRot="1" noChangeAspect="1" noEditPoints="1" noChangeArrowheads="1" noChangeShapeType="1"/>
              </p:cNvPicPr>
              <p:nvPr/>
            </p:nvPicPr>
            <p:blipFill>
              <a:blip r:embed="rId74"/>
              <a:stretch>
                <a:fillRect/>
              </a:stretch>
            </p:blipFill>
            <p:spPr>
              <a:xfrm>
                <a:off x="3143426" y="3838743"/>
                <a:ext cx="233011" cy="215563"/>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62" name="Ink 38"/>
              <p14:cNvContentPartPr>
                <a14:cpLocks xmlns:a14="http://schemas.microsoft.com/office/drawing/2010/main" noRot="1" noChangeAspect="1" noEditPoints="1" noChangeArrowheads="1" noChangeShapeType="1"/>
              </p14:cNvContentPartPr>
              <p14:nvPr/>
            </p14:nvContentPartPr>
            <p14:xfrm>
              <a:off x="3321050" y="4089400"/>
              <a:ext cx="206375" cy="196850"/>
            </p14:xfrm>
          </p:contentPart>
        </mc:Choice>
        <mc:Fallback xmlns="">
          <p:pic>
            <p:nvPicPr>
              <p:cNvPr id="1062" name="Ink 38"/>
              <p:cNvPicPr>
                <a:picLocks noRot="1" noChangeAspect="1" noEditPoints="1" noChangeArrowheads="1" noChangeShapeType="1"/>
              </p:cNvPicPr>
              <p:nvPr/>
            </p:nvPicPr>
            <p:blipFill>
              <a:blip r:embed="rId76"/>
              <a:stretch>
                <a:fillRect/>
              </a:stretch>
            </p:blipFill>
            <p:spPr>
              <a:xfrm>
                <a:off x="3311669" y="4079780"/>
                <a:ext cx="225136" cy="216091"/>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63" name="Ink 39"/>
              <p14:cNvContentPartPr>
                <a14:cpLocks xmlns:a14="http://schemas.microsoft.com/office/drawing/2010/main" noRot="1" noChangeAspect="1" noEditPoints="1" noChangeArrowheads="1" noChangeShapeType="1"/>
              </p14:cNvContentPartPr>
              <p14:nvPr/>
            </p14:nvContentPartPr>
            <p14:xfrm>
              <a:off x="3490913" y="4010025"/>
              <a:ext cx="188912" cy="222250"/>
            </p14:xfrm>
          </p:contentPart>
        </mc:Choice>
        <mc:Fallback xmlns="">
          <p:pic>
            <p:nvPicPr>
              <p:cNvPr id="1063" name="Ink 39"/>
              <p:cNvPicPr>
                <a:picLocks noRot="1" noChangeAspect="1" noEditPoints="1" noChangeArrowheads="1" noChangeShapeType="1"/>
              </p:cNvPicPr>
              <p:nvPr/>
            </p:nvPicPr>
            <p:blipFill>
              <a:blip r:embed="rId78"/>
              <a:stretch>
                <a:fillRect/>
              </a:stretch>
            </p:blipFill>
            <p:spPr>
              <a:xfrm>
                <a:off x="3481504" y="4000735"/>
                <a:ext cx="207731" cy="240830"/>
              </a:xfrm>
              <a:prstGeom prst="rect">
                <a:avLst/>
              </a:prstGeom>
            </p:spPr>
          </p:pic>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buNone/>
            </a:pPr>
            <a:r>
              <a:rPr lang="en-US" b="1" dirty="0" smtClean="0"/>
              <a:t>Deletion from an AVL Search Tree</a:t>
            </a:r>
          </a:p>
          <a:p>
            <a:pPr>
              <a:buNone/>
            </a:pPr>
            <a:r>
              <a:rPr lang="en-US" dirty="0" smtClean="0"/>
              <a:t>As with insertions, a node is deleted using the standard </a:t>
            </a:r>
            <a:r>
              <a:rPr lang="en-US" dirty="0" err="1" smtClean="0"/>
              <a:t>inorder</a:t>
            </a:r>
            <a:r>
              <a:rPr lang="en-US" dirty="0" smtClean="0"/>
              <a:t> successor (predecessor) logic for binary search trees. But, just like insertion, deletion can cause an imbalance, which will need to be fixed by applying one of the four rotations.</a:t>
            </a:r>
            <a:endParaRPr lang="en-US" b="1"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309654" y="857233"/>
            <a:ext cx="8858311" cy="424181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dirty="0" smtClean="0"/>
              <a:t>Now suppose that the nodes 15 and 12 are deleted. The resulting tree is:</a:t>
            </a:r>
          </a:p>
          <a:p>
            <a:r>
              <a:rPr lang="en-US" b="1" dirty="0" smtClean="0"/>
              <a:t>Delete 15 using INORDER SUCCESSOR logic:</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50" name="Picture 2"/>
          <p:cNvPicPr>
            <a:picLocks noChangeAspect="1" noChangeArrowheads="1"/>
          </p:cNvPicPr>
          <p:nvPr/>
        </p:nvPicPr>
        <p:blipFill>
          <a:blip r:embed="rId2"/>
          <a:srcRect/>
          <a:stretch>
            <a:fillRect/>
          </a:stretch>
        </p:blipFill>
        <p:spPr bwMode="auto">
          <a:xfrm>
            <a:off x="1666844" y="2428868"/>
            <a:ext cx="8143932" cy="3714776"/>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b="1" dirty="0" smtClean="0"/>
              <a:t>Delete 12 using INORDER SUCCESSOR logic:</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3074" name="Picture 2"/>
          <p:cNvPicPr>
            <a:picLocks noChangeAspect="1" noChangeArrowheads="1"/>
          </p:cNvPicPr>
          <p:nvPr/>
        </p:nvPicPr>
        <p:blipFill>
          <a:blip r:embed="rId2"/>
          <a:srcRect/>
          <a:stretch>
            <a:fillRect/>
          </a:stretch>
        </p:blipFill>
        <p:spPr bwMode="auto">
          <a:xfrm>
            <a:off x="1595406" y="1500174"/>
            <a:ext cx="7258082" cy="4214842"/>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lstStyle/>
          <a:p>
            <a:r>
              <a:rPr lang="en-US" dirty="0" smtClean="0"/>
              <a:t>If we identify the parent of the actual node that was deleted, then:</a:t>
            </a:r>
          </a:p>
          <a:p>
            <a:r>
              <a:rPr lang="en-US" dirty="0" smtClean="0"/>
              <a:t>If the left child was deleted, the balance factor at the parent decreased by 1.</a:t>
            </a:r>
          </a:p>
          <a:p>
            <a:r>
              <a:rPr lang="en-US" dirty="0" smtClean="0"/>
              <a:t>If the right child was deleted, the balance factor at the parent increased by 1.</a:t>
            </a:r>
          </a:p>
          <a:p>
            <a:r>
              <a:rPr lang="en-US" dirty="0" smtClean="0"/>
              <a:t>The change in balance factor can move up the tree from the deleted node's parent all the way to the root. Therefore, it's possible that a node's balance factor could become +2 or -2. If this happens, then balance needs to be restored.</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normAutofit lnSpcReduction="10000"/>
          </a:bodyPr>
          <a:lstStyle/>
          <a:p>
            <a:pPr>
              <a:buNone/>
            </a:pPr>
            <a:r>
              <a:rPr lang="en-US" b="1" i="1" u="sng" dirty="0" smtClean="0"/>
              <a:t>Let A be the node where balance must be restored. If the deleted node was in A's right </a:t>
            </a:r>
            <a:r>
              <a:rPr lang="en-US" b="1" i="1" u="sng" dirty="0" err="1" smtClean="0"/>
              <a:t>subtree</a:t>
            </a:r>
            <a:r>
              <a:rPr lang="en-US" b="1" i="1" u="sng" dirty="0" smtClean="0"/>
              <a:t>, then let B be the root of A's left </a:t>
            </a:r>
            <a:r>
              <a:rPr lang="en-US" b="1" i="1" u="sng" dirty="0" err="1" smtClean="0"/>
              <a:t>subtree</a:t>
            </a:r>
            <a:r>
              <a:rPr lang="en-US" b="1" i="1" u="sng" dirty="0" smtClean="0"/>
              <a:t>. Then:</a:t>
            </a:r>
          </a:p>
          <a:p>
            <a:r>
              <a:rPr lang="en-US" b="1" dirty="0" smtClean="0"/>
              <a:t>B has balance factor 0 or +1 after deletion</a:t>
            </a:r>
            <a:r>
              <a:rPr lang="en-US" dirty="0" smtClean="0"/>
              <a:t> -- then perform a single right rotation</a:t>
            </a:r>
          </a:p>
          <a:p>
            <a:r>
              <a:rPr lang="en-US" b="1" dirty="0" smtClean="0"/>
              <a:t>B has balance factor -1 after deletion</a:t>
            </a:r>
            <a:r>
              <a:rPr lang="en-US" dirty="0" smtClean="0"/>
              <a:t> -- then perform a left-right rotation</a:t>
            </a:r>
          </a:p>
          <a:p>
            <a:pPr>
              <a:buNone/>
            </a:pPr>
            <a:r>
              <a:rPr lang="en-US" b="1" i="1" u="sng" dirty="0" smtClean="0"/>
              <a:t>If the deleted node was in A's left </a:t>
            </a:r>
            <a:r>
              <a:rPr lang="en-US" b="1" i="1" u="sng" dirty="0" err="1" smtClean="0"/>
              <a:t>subtree</a:t>
            </a:r>
            <a:r>
              <a:rPr lang="en-US" b="1" i="1" u="sng" dirty="0" smtClean="0"/>
              <a:t>, then let B be the root of A's right </a:t>
            </a:r>
            <a:r>
              <a:rPr lang="en-US" b="1" i="1" u="sng" dirty="0" err="1" smtClean="0"/>
              <a:t>subtree</a:t>
            </a:r>
            <a:r>
              <a:rPr lang="en-US" b="1" i="1" u="sng" dirty="0" smtClean="0"/>
              <a:t>. Then:</a:t>
            </a:r>
          </a:p>
          <a:p>
            <a:r>
              <a:rPr lang="en-US" b="1" dirty="0" smtClean="0"/>
              <a:t>B has balance factor 0 or -1 after deletion</a:t>
            </a:r>
            <a:r>
              <a:rPr lang="en-US" dirty="0" smtClean="0"/>
              <a:t> -- then perform a single left rotation</a:t>
            </a:r>
          </a:p>
          <a:p>
            <a:r>
              <a:rPr lang="en-US" b="1" dirty="0" smtClean="0"/>
              <a:t>B has balance factor +1 after deletion</a:t>
            </a:r>
            <a:r>
              <a:rPr lang="en-US" dirty="0" smtClean="0"/>
              <a:t> -- then perform a right-left rotation</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1095340" y="1071546"/>
            <a:ext cx="9215501" cy="4857783"/>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1881158" y="1000108"/>
            <a:ext cx="9358378" cy="4429156"/>
          </a:xfrm>
          <a:prstGeom prst="rect">
            <a:avLst/>
          </a:prstGeom>
          <a:noFill/>
          <a:ln w="9525">
            <a:noFill/>
            <a:miter lim="800000"/>
            <a:headEnd/>
            <a:tailEnd/>
          </a:ln>
          <a:effectLst/>
        </p:spPr>
      </p:pic>
      <p:sp>
        <p:nvSpPr>
          <p:cNvPr id="6" name="Rectangle 5"/>
          <p:cNvSpPr/>
          <p:nvPr/>
        </p:nvSpPr>
        <p:spPr>
          <a:xfrm>
            <a:off x="1881158" y="5429264"/>
            <a:ext cx="5383976" cy="523220"/>
          </a:xfrm>
          <a:prstGeom prst="rect">
            <a:avLst/>
          </a:prstGeom>
        </p:spPr>
        <p:txBody>
          <a:bodyPr wrap="square">
            <a:spAutoFit/>
          </a:bodyPr>
          <a:lstStyle/>
          <a:p>
            <a:r>
              <a:rPr lang="en-US" sz="2800" dirty="0" smtClean="0"/>
              <a:t>Delete 9 from the tree.</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2024034" y="1071546"/>
            <a:ext cx="8786874" cy="464347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170" name="Picture 2"/>
          <p:cNvPicPr>
            <a:picLocks noChangeAspect="1" noChangeArrowheads="1"/>
          </p:cNvPicPr>
          <p:nvPr/>
        </p:nvPicPr>
        <p:blipFill>
          <a:blip r:embed="rId2"/>
          <a:srcRect/>
          <a:stretch>
            <a:fillRect/>
          </a:stretch>
        </p:blipFill>
        <p:spPr bwMode="auto">
          <a:xfrm>
            <a:off x="1023902" y="1071546"/>
            <a:ext cx="9072626" cy="500066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normAutofit lnSpcReduction="10000"/>
          </a:bodyPr>
          <a:lstStyle/>
          <a:p>
            <a:r>
              <a:rPr lang="en-US" dirty="0" smtClean="0"/>
              <a:t>Unlike insertions, one rotation may not be enough to restore balance to the tree. If this is the case, then locate the next node where the balance factor is "bad" (call this A):</a:t>
            </a:r>
          </a:p>
          <a:p>
            <a:pPr>
              <a:buNone/>
            </a:pPr>
            <a:r>
              <a:rPr lang="en-US" b="1" i="1" u="sng" dirty="0" smtClean="0"/>
              <a:t>If A's balance factor is positive, then let B be A's left child</a:t>
            </a:r>
          </a:p>
          <a:p>
            <a:pPr lvl="1">
              <a:buFont typeface="Arial" pitchFamily="34" charset="0"/>
              <a:buChar char="•"/>
            </a:pPr>
            <a:r>
              <a:rPr lang="en-US" dirty="0" smtClean="0"/>
              <a:t>If B's left </a:t>
            </a:r>
            <a:r>
              <a:rPr lang="en-US" dirty="0" err="1" smtClean="0"/>
              <a:t>subtree</a:t>
            </a:r>
            <a:r>
              <a:rPr lang="en-US" dirty="0" smtClean="0"/>
              <a:t> height is larger than B's right </a:t>
            </a:r>
            <a:r>
              <a:rPr lang="en-US" dirty="0" err="1" smtClean="0"/>
              <a:t>subtree</a:t>
            </a:r>
            <a:r>
              <a:rPr lang="en-US" dirty="0" smtClean="0"/>
              <a:t> height, then perform a </a:t>
            </a:r>
            <a:r>
              <a:rPr lang="en-US" b="1" dirty="0" smtClean="0"/>
              <a:t>single right rotation</a:t>
            </a:r>
            <a:r>
              <a:rPr lang="en-US" dirty="0" smtClean="0"/>
              <a:t>.</a:t>
            </a:r>
          </a:p>
          <a:p>
            <a:pPr lvl="1"/>
            <a:endParaRPr lang="en-US" dirty="0" smtClean="0"/>
          </a:p>
          <a:p>
            <a:pPr lvl="1">
              <a:buFont typeface="Arial" pitchFamily="34" charset="0"/>
              <a:buChar char="•"/>
            </a:pPr>
            <a:r>
              <a:rPr lang="en-US" dirty="0" smtClean="0"/>
              <a:t>If B's left </a:t>
            </a:r>
            <a:r>
              <a:rPr lang="en-US" dirty="0" err="1" smtClean="0"/>
              <a:t>subtree</a:t>
            </a:r>
            <a:r>
              <a:rPr lang="en-US" dirty="0" smtClean="0"/>
              <a:t> height is smaller than B's right </a:t>
            </a:r>
            <a:r>
              <a:rPr lang="en-US" dirty="0" err="1" smtClean="0"/>
              <a:t>subtree</a:t>
            </a:r>
            <a:r>
              <a:rPr lang="en-US" dirty="0" smtClean="0"/>
              <a:t> height, then perform a </a:t>
            </a:r>
            <a:r>
              <a:rPr lang="en-US" b="1" dirty="0" smtClean="0"/>
              <a:t>left-right rotation</a:t>
            </a:r>
            <a:r>
              <a:rPr lang="en-US" dirty="0" smtClean="0"/>
              <a:t>.</a:t>
            </a:r>
          </a:p>
          <a:p>
            <a:pPr lvl="1"/>
            <a:endParaRPr lang="en-US" dirty="0" smtClean="0"/>
          </a:p>
          <a:p>
            <a:pPr lvl="1">
              <a:buFont typeface="Arial" pitchFamily="34" charset="0"/>
              <a:buChar char="•"/>
            </a:pPr>
            <a:r>
              <a:rPr lang="en-US" dirty="0" smtClean="0"/>
              <a:t>If B's left </a:t>
            </a:r>
            <a:r>
              <a:rPr lang="en-US" dirty="0" err="1" smtClean="0"/>
              <a:t>subtree</a:t>
            </a:r>
            <a:r>
              <a:rPr lang="en-US" dirty="0" smtClean="0"/>
              <a:t> height is equal to B's right </a:t>
            </a:r>
            <a:r>
              <a:rPr lang="en-US" dirty="0" err="1" smtClean="0"/>
              <a:t>subtree</a:t>
            </a:r>
            <a:r>
              <a:rPr lang="en-US" dirty="0" smtClean="0"/>
              <a:t> height, then perform either rotation.</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71546"/>
            <a:ext cx="10515600" cy="5021749"/>
          </a:xfrm>
        </p:spPr>
        <p:txBody>
          <a:bodyPr/>
          <a:lstStyle/>
          <a:p>
            <a:pPr>
              <a:buNone/>
            </a:pPr>
            <a:r>
              <a:rPr lang="en-US" b="1" i="1" u="sng" dirty="0" smtClean="0"/>
              <a:t>If A's balance factor is negative, then let B be A's right child</a:t>
            </a:r>
          </a:p>
          <a:p>
            <a:pPr lvl="1">
              <a:buFont typeface="Arial" pitchFamily="34" charset="0"/>
              <a:buChar char="•"/>
            </a:pPr>
            <a:r>
              <a:rPr lang="en-US" dirty="0" smtClean="0"/>
              <a:t>If B's right </a:t>
            </a:r>
            <a:r>
              <a:rPr lang="en-US" dirty="0" err="1" smtClean="0"/>
              <a:t>subtree</a:t>
            </a:r>
            <a:r>
              <a:rPr lang="en-US" dirty="0" smtClean="0"/>
              <a:t> height is larger than B's left </a:t>
            </a:r>
            <a:r>
              <a:rPr lang="en-US" dirty="0" err="1" smtClean="0"/>
              <a:t>subtree</a:t>
            </a:r>
            <a:r>
              <a:rPr lang="en-US" dirty="0" smtClean="0"/>
              <a:t> height, then perform a </a:t>
            </a:r>
            <a:r>
              <a:rPr lang="en-US" b="1" dirty="0" smtClean="0"/>
              <a:t>single left rotation</a:t>
            </a:r>
            <a:r>
              <a:rPr lang="en-US" dirty="0" smtClean="0"/>
              <a:t>.</a:t>
            </a:r>
          </a:p>
          <a:p>
            <a:pPr lvl="1"/>
            <a:endParaRPr lang="en-US" dirty="0" smtClean="0"/>
          </a:p>
          <a:p>
            <a:pPr lvl="1">
              <a:buFont typeface="Arial" pitchFamily="34" charset="0"/>
              <a:buChar char="•"/>
            </a:pPr>
            <a:r>
              <a:rPr lang="en-US" dirty="0" smtClean="0"/>
              <a:t>If B's right </a:t>
            </a:r>
            <a:r>
              <a:rPr lang="en-US" dirty="0" err="1" smtClean="0"/>
              <a:t>subtree</a:t>
            </a:r>
            <a:r>
              <a:rPr lang="en-US" dirty="0" smtClean="0"/>
              <a:t> height is smaller than B's left </a:t>
            </a:r>
            <a:r>
              <a:rPr lang="en-US" dirty="0" err="1" smtClean="0"/>
              <a:t>subtree</a:t>
            </a:r>
            <a:r>
              <a:rPr lang="en-US" dirty="0" smtClean="0"/>
              <a:t> height, then perform a </a:t>
            </a:r>
            <a:r>
              <a:rPr lang="en-US" b="1" dirty="0" smtClean="0"/>
              <a:t>right-left rotation</a:t>
            </a:r>
            <a:r>
              <a:rPr lang="en-US" dirty="0" smtClean="0"/>
              <a:t>.</a:t>
            </a:r>
          </a:p>
          <a:p>
            <a:pPr lvl="1"/>
            <a:endParaRPr lang="en-US" dirty="0" smtClean="0"/>
          </a:p>
          <a:p>
            <a:pPr lvl="1">
              <a:buFont typeface="Arial" pitchFamily="34" charset="0"/>
              <a:buChar char="•"/>
            </a:pPr>
            <a:r>
              <a:rPr lang="en-US" dirty="0" smtClean="0"/>
              <a:t>If B's right </a:t>
            </a:r>
            <a:r>
              <a:rPr lang="en-US" dirty="0" err="1" smtClean="0"/>
              <a:t>subtree</a:t>
            </a:r>
            <a:r>
              <a:rPr lang="en-US" dirty="0" smtClean="0"/>
              <a:t> height is equal to B's left </a:t>
            </a:r>
            <a:r>
              <a:rPr lang="en-US" dirty="0" err="1" smtClean="0"/>
              <a:t>subtree</a:t>
            </a:r>
            <a:r>
              <a:rPr lang="en-US" dirty="0" smtClean="0"/>
              <a:t> height, then perform either rotation.</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738150" y="714356"/>
            <a:ext cx="9644130" cy="4484706"/>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dirty="0" smtClean="0"/>
              <a:t>A single left rotation with the highlighted nodes</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9218" name="Picture 2"/>
          <p:cNvPicPr>
            <a:picLocks noChangeAspect="1" noChangeArrowheads="1"/>
          </p:cNvPicPr>
          <p:nvPr/>
        </p:nvPicPr>
        <p:blipFill>
          <a:blip r:embed="rId2"/>
          <a:srcRect/>
          <a:stretch>
            <a:fillRect/>
          </a:stretch>
        </p:blipFill>
        <p:spPr bwMode="auto">
          <a:xfrm>
            <a:off x="2238348" y="1428736"/>
            <a:ext cx="8786873" cy="5072097"/>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OR a right-left rotation with the highlighted nodes</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42" name="Picture 2"/>
          <p:cNvPicPr>
            <a:picLocks noChangeAspect="1" noChangeArrowheads="1"/>
          </p:cNvPicPr>
          <p:nvPr/>
        </p:nvPicPr>
        <p:blipFill>
          <a:blip r:embed="rId2"/>
          <a:srcRect/>
          <a:stretch>
            <a:fillRect/>
          </a:stretch>
        </p:blipFill>
        <p:spPr bwMode="auto">
          <a:xfrm>
            <a:off x="1381092" y="1214422"/>
            <a:ext cx="9072625" cy="5286412"/>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07581"/>
            <a:ext cx="10515600" cy="5236063"/>
          </a:xfrm>
        </p:spPr>
        <p:txBody>
          <a:bodyPr/>
          <a:lstStyle/>
          <a:p>
            <a:r>
              <a:rPr lang="en-US" b="1" dirty="0" smtClean="0"/>
              <a:t>Result after the single left rotation:</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1266" name="Picture 2"/>
          <p:cNvPicPr>
            <a:picLocks noChangeAspect="1" noChangeArrowheads="1"/>
          </p:cNvPicPr>
          <p:nvPr/>
        </p:nvPicPr>
        <p:blipFill>
          <a:blip r:embed="rId2"/>
          <a:srcRect/>
          <a:stretch>
            <a:fillRect/>
          </a:stretch>
        </p:blipFill>
        <p:spPr bwMode="auto">
          <a:xfrm>
            <a:off x="1666844" y="1285860"/>
            <a:ext cx="8858312" cy="4786345"/>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b="1" dirty="0" smtClean="0"/>
              <a:t>Result after the right-left rotation:</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2290" name="Picture 2"/>
          <p:cNvPicPr>
            <a:picLocks noChangeAspect="1" noChangeArrowheads="1"/>
          </p:cNvPicPr>
          <p:nvPr/>
        </p:nvPicPr>
        <p:blipFill>
          <a:blip r:embed="rId2"/>
          <a:srcRect/>
          <a:stretch>
            <a:fillRect/>
          </a:stretch>
        </p:blipFill>
        <p:spPr bwMode="auto">
          <a:xfrm>
            <a:off x="1595406" y="1214422"/>
            <a:ext cx="9429816" cy="5286411"/>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332656"/>
            <a:ext cx="10515600" cy="5760639"/>
          </a:xfrm>
        </p:spPr>
        <p:txBody>
          <a:bodyPr/>
          <a:lstStyle/>
          <a:p>
            <a:endParaRPr lang="en-US" dirty="0" smtClean="0"/>
          </a:p>
          <a:p>
            <a:pPr marL="0" indent="0" algn="ctr">
              <a:buNone/>
            </a:pPr>
            <a:r>
              <a:rPr lang="en-US" b="1" dirty="0" smtClean="0"/>
              <a:t>Insertion Algorithm</a:t>
            </a:r>
            <a:endParaRPr lang="en-US" b="1" dirty="0"/>
          </a:p>
          <a:p>
            <a:endParaRPr lang="en-US" dirty="0" smtClean="0"/>
          </a:p>
          <a:p>
            <a:r>
              <a:rPr lang="en-US" dirty="0" smtClean="0"/>
              <a:t>Step </a:t>
            </a:r>
            <a:r>
              <a:rPr lang="en-US" dirty="0"/>
              <a:t>1 − Create a node </a:t>
            </a:r>
            <a:endParaRPr lang="en-US" dirty="0" smtClean="0"/>
          </a:p>
          <a:p>
            <a:r>
              <a:rPr lang="en-US" dirty="0" smtClean="0"/>
              <a:t>Step </a:t>
            </a:r>
            <a:r>
              <a:rPr lang="en-US" dirty="0"/>
              <a:t>2 − Check if the tree is empty </a:t>
            </a:r>
            <a:endParaRPr lang="en-US" dirty="0" smtClean="0"/>
          </a:p>
          <a:p>
            <a:r>
              <a:rPr lang="en-US" dirty="0" smtClean="0"/>
              <a:t>Step </a:t>
            </a:r>
            <a:r>
              <a:rPr lang="en-US" dirty="0"/>
              <a:t>3 − If the tree is empty, the new node created will become the root node of the AVL Tree. </a:t>
            </a:r>
            <a:endParaRPr lang="en-US" dirty="0" smtClean="0"/>
          </a:p>
          <a:p>
            <a:r>
              <a:rPr lang="en-US" dirty="0" smtClean="0"/>
              <a:t>Step </a:t>
            </a:r>
            <a:r>
              <a:rPr lang="en-US" dirty="0"/>
              <a:t>4 − If the tree is not empty, we perform the Binary Search Tree insertion operation and check the balancing factor of the node in the tree. </a:t>
            </a:r>
            <a:endParaRPr lang="en-US" dirty="0" smtClean="0"/>
          </a:p>
          <a:p>
            <a:r>
              <a:rPr lang="en-US" dirty="0" smtClean="0"/>
              <a:t>Step </a:t>
            </a:r>
            <a:r>
              <a:rPr lang="en-US" dirty="0"/>
              <a:t>5 − Suppose the balancing factor exceeds ±1, we apply suitable rotations on the said node and resume the insertion from Step 4.</a:t>
            </a:r>
            <a:endParaRPr lang="en-IN"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extLst>
      <p:ext uri="{BB962C8B-B14F-4D97-AF65-F5344CB8AC3E}">
        <p14:creationId xmlns:p14="http://schemas.microsoft.com/office/powerpoint/2010/main" val="18616346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476672"/>
            <a:ext cx="10515600" cy="5616623"/>
          </a:xfrm>
        </p:spPr>
        <p:txBody>
          <a:bodyPr/>
          <a:lstStyle/>
          <a:p>
            <a:pPr marL="0" indent="0" algn="ctr">
              <a:buNone/>
            </a:pPr>
            <a:r>
              <a:rPr lang="en-US" b="1" dirty="0" smtClean="0"/>
              <a:t>Deletion Algorithm</a:t>
            </a:r>
          </a:p>
          <a:p>
            <a:endParaRPr lang="en-US" dirty="0"/>
          </a:p>
          <a:p>
            <a:r>
              <a:rPr lang="en-US" dirty="0" smtClean="0"/>
              <a:t>Step </a:t>
            </a:r>
            <a:r>
              <a:rPr lang="en-US" dirty="0"/>
              <a:t>1: START </a:t>
            </a:r>
            <a:endParaRPr lang="en-US" dirty="0" smtClean="0"/>
          </a:p>
          <a:p>
            <a:r>
              <a:rPr lang="en-US" dirty="0" smtClean="0"/>
              <a:t>Step </a:t>
            </a:r>
            <a:r>
              <a:rPr lang="en-US" dirty="0"/>
              <a:t>2: Find the node in the tree. If the element is not found, go to step 7. </a:t>
            </a:r>
            <a:endParaRPr lang="en-US" dirty="0" smtClean="0"/>
          </a:p>
          <a:p>
            <a:r>
              <a:rPr lang="en-US" dirty="0" smtClean="0"/>
              <a:t>Step </a:t>
            </a:r>
            <a:r>
              <a:rPr lang="en-US" dirty="0"/>
              <a:t>3: Delete the node using BST deletion logic. </a:t>
            </a:r>
            <a:endParaRPr lang="en-US" dirty="0" smtClean="0"/>
          </a:p>
          <a:p>
            <a:r>
              <a:rPr lang="en-US" dirty="0" smtClean="0"/>
              <a:t>Step </a:t>
            </a:r>
            <a:r>
              <a:rPr lang="en-US" dirty="0"/>
              <a:t>4: Calculate and check the balance factor of each node. </a:t>
            </a:r>
            <a:endParaRPr lang="en-US" dirty="0" smtClean="0"/>
          </a:p>
          <a:p>
            <a:r>
              <a:rPr lang="en-US" dirty="0" smtClean="0"/>
              <a:t>Step </a:t>
            </a:r>
            <a:r>
              <a:rPr lang="en-US" dirty="0"/>
              <a:t>5: If the balance factor follows the AVL criterion, go to step </a:t>
            </a:r>
            <a:r>
              <a:rPr lang="en-US" dirty="0" smtClean="0"/>
              <a:t>7.</a:t>
            </a:r>
          </a:p>
          <a:p>
            <a:r>
              <a:rPr lang="en-US" dirty="0" smtClean="0"/>
              <a:t>Step </a:t>
            </a:r>
            <a:r>
              <a:rPr lang="en-US" dirty="0"/>
              <a:t>6: Else, perform tree rotations to balance the unbalanced nodes. Once the tree is balanced go to </a:t>
            </a:r>
            <a:r>
              <a:rPr lang="en-US" dirty="0" smtClean="0"/>
              <a:t>step </a:t>
            </a:r>
            <a:r>
              <a:rPr lang="en-US" dirty="0"/>
              <a:t>7. </a:t>
            </a:r>
            <a:endParaRPr lang="en-US" dirty="0" smtClean="0"/>
          </a:p>
          <a:p>
            <a:r>
              <a:rPr lang="en-US" dirty="0" smtClean="0"/>
              <a:t>Step </a:t>
            </a:r>
            <a:r>
              <a:rPr lang="en-US" dirty="0"/>
              <a:t>7: END</a:t>
            </a:r>
            <a:endParaRPr lang="en-IN"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extLst>
      <p:ext uri="{BB962C8B-B14F-4D97-AF65-F5344CB8AC3E}">
        <p14:creationId xmlns:p14="http://schemas.microsoft.com/office/powerpoint/2010/main" val="17065312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normAutofit fontScale="92500" lnSpcReduction="20000"/>
          </a:bodyPr>
          <a:lstStyle/>
          <a:p>
            <a:pPr algn="ctr">
              <a:buNone/>
            </a:pPr>
            <a:r>
              <a:rPr lang="en-US" sz="3000" dirty="0" smtClean="0">
                <a:solidFill>
                  <a:srgbClr val="FF0000"/>
                </a:solidFill>
              </a:rPr>
              <a:t>B Tree</a:t>
            </a:r>
          </a:p>
          <a:p>
            <a:r>
              <a:rPr lang="en-US" dirty="0" smtClean="0"/>
              <a:t>B Tree is a specialized m-way tree that can be widely used for disk access. A B-Tree of order m can have at most m-1 keys and m children. One of the main reason of using B tree is its capability to store large number of keys in a single node and large key values by keeping the height of the tree relatively small.</a:t>
            </a:r>
          </a:p>
          <a:p>
            <a:r>
              <a:rPr lang="en-US" dirty="0" smtClean="0"/>
              <a:t>A B tree of order m contains all the properties of an M way tree. In addition, it contains the following properties.</a:t>
            </a:r>
          </a:p>
          <a:p>
            <a:pPr marL="514350" indent="-514350">
              <a:buFont typeface="+mj-lt"/>
              <a:buAutoNum type="arabicPeriod"/>
            </a:pPr>
            <a:r>
              <a:rPr lang="en-US" dirty="0" smtClean="0"/>
              <a:t>Every node in a B-Tree contains at most m children.</a:t>
            </a:r>
          </a:p>
          <a:p>
            <a:pPr marL="514350" indent="-514350">
              <a:buFont typeface="+mj-lt"/>
              <a:buAutoNum type="arabicPeriod"/>
            </a:pPr>
            <a:r>
              <a:rPr lang="en-US" dirty="0" smtClean="0"/>
              <a:t>Every node in a B-Tree except the root node and the leaf node contain at least m/2 children.</a:t>
            </a:r>
          </a:p>
          <a:p>
            <a:pPr marL="514350" indent="-514350">
              <a:buFont typeface="+mj-lt"/>
              <a:buAutoNum type="arabicPeriod"/>
            </a:pPr>
            <a:r>
              <a:rPr lang="en-US" dirty="0" smtClean="0"/>
              <a:t>The root nodes must have at least 2 nodes.</a:t>
            </a:r>
          </a:p>
          <a:p>
            <a:pPr marL="514350" indent="-514350">
              <a:buFont typeface="+mj-lt"/>
              <a:buAutoNum type="arabicPeriod"/>
            </a:pPr>
            <a:r>
              <a:rPr lang="en-US" dirty="0" smtClean="0"/>
              <a:t>All leaf nodes must be at the same level.</a:t>
            </a:r>
          </a:p>
          <a:p>
            <a:r>
              <a:rPr lang="en-US" dirty="0" smtClean="0"/>
              <a:t>It is not necessary that, all the nodes contain the same number of children but, each node must have m/2 number of nodes.</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571480"/>
            <a:ext cx="10515600" cy="5521815"/>
          </a:xfrm>
        </p:spPr>
        <p:txBody>
          <a:bodyPr/>
          <a:lstStyle/>
          <a:p>
            <a:r>
              <a:rPr lang="en-US" dirty="0" smtClean="0"/>
              <a:t>A B tree of order 4 is shown in the following image.</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1682" name="Picture 2"/>
          <p:cNvPicPr>
            <a:picLocks noChangeAspect="1" noChangeArrowheads="1"/>
          </p:cNvPicPr>
          <p:nvPr/>
        </p:nvPicPr>
        <p:blipFill>
          <a:blip r:embed="rId3"/>
          <a:srcRect/>
          <a:stretch>
            <a:fillRect/>
          </a:stretch>
        </p:blipFill>
        <p:spPr bwMode="auto">
          <a:xfrm>
            <a:off x="595274" y="1214422"/>
            <a:ext cx="11215766" cy="535785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642918"/>
            <a:ext cx="10515600" cy="5715040"/>
          </a:xfrm>
        </p:spPr>
        <p:txBody>
          <a:bodyPr>
            <a:normAutofit fontScale="77500" lnSpcReduction="20000"/>
          </a:bodyPr>
          <a:lstStyle/>
          <a:p>
            <a:r>
              <a:rPr lang="en-US" sz="3100" dirty="0" smtClean="0"/>
              <a:t>While performing some operations on B Tree, any property of B Tree may violate such as number of minimum children a node can have. To maintain the properties of B Tree, the tree may split or join.</a:t>
            </a:r>
          </a:p>
          <a:p>
            <a:pPr algn="ctr">
              <a:buNone/>
            </a:pPr>
            <a:r>
              <a:rPr lang="en-US" sz="3100" dirty="0" smtClean="0">
                <a:solidFill>
                  <a:srgbClr val="FF0000"/>
                </a:solidFill>
              </a:rPr>
              <a:t>Operations</a:t>
            </a:r>
          </a:p>
          <a:p>
            <a:pPr>
              <a:buNone/>
            </a:pPr>
            <a:r>
              <a:rPr lang="en-US" sz="3100" dirty="0" smtClean="0">
                <a:solidFill>
                  <a:srgbClr val="0070C0"/>
                </a:solidFill>
              </a:rPr>
              <a:t>1.Searching :</a:t>
            </a:r>
          </a:p>
          <a:p>
            <a:r>
              <a:rPr lang="en-US" sz="3100" dirty="0" smtClean="0"/>
              <a:t>Searching in B Trees is similar to that in Binary search tree. For example, if we search for an item 49 in the following B Tree. The process will something like following :</a:t>
            </a:r>
          </a:p>
          <a:p>
            <a:r>
              <a:rPr lang="en-US" sz="3100" dirty="0" smtClean="0"/>
              <a:t>Compare item 49 with root node 78. since 49 &lt; 78 hence, move to its left sub-tree.</a:t>
            </a:r>
          </a:p>
          <a:p>
            <a:r>
              <a:rPr lang="en-US" sz="3100" dirty="0" smtClean="0"/>
              <a:t>Since, 40&lt;49&lt;56, traverse right sub-tree of 40.</a:t>
            </a:r>
          </a:p>
          <a:p>
            <a:r>
              <a:rPr lang="en-US" sz="3100" dirty="0" smtClean="0"/>
              <a:t>49&gt;45, move to right. Compare 49.</a:t>
            </a:r>
          </a:p>
          <a:p>
            <a:r>
              <a:rPr lang="en-US" sz="3100" dirty="0" smtClean="0"/>
              <a:t>match found, return.</a:t>
            </a:r>
          </a:p>
          <a:p>
            <a:r>
              <a:rPr lang="en-US" sz="3100" dirty="0" smtClean="0"/>
              <a:t>Searching in a B tree depends upon the height of the tree. The search algorithm takes O(log n) time to search any element in a B tree.</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2706" name="Picture 2"/>
          <p:cNvPicPr>
            <a:picLocks noChangeAspect="1" noChangeArrowheads="1"/>
          </p:cNvPicPr>
          <p:nvPr/>
        </p:nvPicPr>
        <p:blipFill>
          <a:blip r:embed="rId2"/>
          <a:srcRect/>
          <a:stretch>
            <a:fillRect/>
          </a:stretch>
        </p:blipFill>
        <p:spPr bwMode="auto">
          <a:xfrm>
            <a:off x="523835" y="962025"/>
            <a:ext cx="11622543" cy="6681817"/>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normAutofit fontScale="92500"/>
          </a:bodyPr>
          <a:lstStyle/>
          <a:p>
            <a:pPr>
              <a:buNone/>
            </a:pPr>
            <a:r>
              <a:rPr lang="en-US" dirty="0" smtClean="0">
                <a:solidFill>
                  <a:srgbClr val="0070C0"/>
                </a:solidFill>
              </a:rPr>
              <a:t>2.Insertion</a:t>
            </a:r>
          </a:p>
          <a:p>
            <a:r>
              <a:rPr lang="en-US" dirty="0" smtClean="0"/>
              <a:t>Insertions are done at the leaf node level. The following algorithm needs to be followed in order to insert an item into B Tree.</a:t>
            </a:r>
          </a:p>
          <a:p>
            <a:pPr marL="514350" indent="-514350">
              <a:buFont typeface="+mj-lt"/>
              <a:buAutoNum type="arabicPeriod"/>
            </a:pPr>
            <a:r>
              <a:rPr lang="en-US" dirty="0" smtClean="0"/>
              <a:t>Traverse the B Tree in order to find the appropriate leaf node at which the node can be inserted.</a:t>
            </a:r>
          </a:p>
          <a:p>
            <a:pPr marL="514350" indent="-514350">
              <a:buFont typeface="+mj-lt"/>
              <a:buAutoNum type="arabicPeriod"/>
            </a:pPr>
            <a:r>
              <a:rPr lang="en-US" dirty="0" smtClean="0"/>
              <a:t>If the leaf node contain less than m-1 keys then insert the element in the increasing order.</a:t>
            </a:r>
          </a:p>
          <a:p>
            <a:pPr marL="514350" indent="-514350">
              <a:buFont typeface="+mj-lt"/>
              <a:buAutoNum type="arabicPeriod"/>
            </a:pPr>
            <a:r>
              <a:rPr lang="en-US" dirty="0" smtClean="0"/>
              <a:t>Else, if the leaf node contains m-1 keys, then follow the following steps.</a:t>
            </a:r>
          </a:p>
          <a:p>
            <a:pPr marL="971550" lvl="1" indent="-514350">
              <a:buFont typeface="+mj-lt"/>
              <a:buAutoNum type="romanUcPeriod"/>
            </a:pPr>
            <a:r>
              <a:rPr lang="en-US" dirty="0" smtClean="0"/>
              <a:t>Insert the new element in the increasing order of elements.</a:t>
            </a:r>
          </a:p>
          <a:p>
            <a:pPr marL="971550" lvl="1" indent="-514350">
              <a:buFont typeface="+mj-lt"/>
              <a:buAutoNum type="romanUcPeriod"/>
            </a:pPr>
            <a:r>
              <a:rPr lang="en-US" dirty="0" smtClean="0"/>
              <a:t>Split the node into the two nodes at the median.</a:t>
            </a:r>
          </a:p>
          <a:p>
            <a:pPr marL="971550" lvl="1" indent="-514350">
              <a:buFont typeface="+mj-lt"/>
              <a:buAutoNum type="romanUcPeriod"/>
            </a:pPr>
            <a:r>
              <a:rPr lang="en-US" dirty="0" smtClean="0"/>
              <a:t>Push the median element </a:t>
            </a:r>
            <a:r>
              <a:rPr lang="en-US" dirty="0" err="1" smtClean="0"/>
              <a:t>upto</a:t>
            </a:r>
            <a:r>
              <a:rPr lang="en-US" dirty="0" smtClean="0"/>
              <a:t> its parent node.</a:t>
            </a:r>
          </a:p>
          <a:p>
            <a:pPr marL="971550" lvl="1" indent="-514350">
              <a:buFont typeface="+mj-lt"/>
              <a:buAutoNum type="romanUcPeriod"/>
            </a:pPr>
            <a:r>
              <a:rPr lang="en-US" dirty="0" smtClean="0"/>
              <a:t>If the parent node also contain m-1 number of keys, then split it too by following the same steps.</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b="1" dirty="0" smtClean="0"/>
              <a:t>Example:</a:t>
            </a:r>
            <a:endParaRPr lang="en-US" dirty="0" smtClean="0"/>
          </a:p>
          <a:p>
            <a:r>
              <a:rPr lang="en-US" dirty="0" smtClean="0"/>
              <a:t>Insert the node 8 into the B Tree of order 5 shown in the following image.</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3730" name="Picture 2"/>
          <p:cNvPicPr>
            <a:picLocks noChangeAspect="1" noChangeArrowheads="1"/>
          </p:cNvPicPr>
          <p:nvPr/>
        </p:nvPicPr>
        <p:blipFill>
          <a:blip r:embed="rId2"/>
          <a:srcRect/>
          <a:stretch>
            <a:fillRect/>
          </a:stretch>
        </p:blipFill>
        <p:spPr bwMode="auto">
          <a:xfrm>
            <a:off x="523836" y="2000240"/>
            <a:ext cx="11307516" cy="3857652"/>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8 will be inserted to the right of 5, therefore insert 8.</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4754" name="Picture 2"/>
          <p:cNvPicPr>
            <a:picLocks noChangeAspect="1" noChangeArrowheads="1"/>
          </p:cNvPicPr>
          <p:nvPr/>
        </p:nvPicPr>
        <p:blipFill>
          <a:blip r:embed="rId2"/>
          <a:srcRect/>
          <a:stretch>
            <a:fillRect/>
          </a:stretch>
        </p:blipFill>
        <p:spPr bwMode="auto">
          <a:xfrm>
            <a:off x="238084" y="1785926"/>
            <a:ext cx="11796736" cy="4214842"/>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9522" y="714356"/>
            <a:ext cx="11501518" cy="5378939"/>
          </a:xfrm>
        </p:spPr>
        <p:txBody>
          <a:bodyPr/>
          <a:lstStyle/>
          <a:p>
            <a:r>
              <a:rPr lang="en-US" dirty="0" smtClean="0"/>
              <a:t>The node, now contain 5 keys which is greater than (5 -1 = 4 ) keys. Therefore split the node from the median i.e. 8 and push it up to its parent node shown as follows.</a:t>
            </a:r>
          </a:p>
          <a:p>
            <a:pPr>
              <a:buNone/>
            </a:pPr>
            <a:r>
              <a:rPr lang="en-US" dirty="0" smtClean="0"/>
              <a:t/>
            </a:r>
            <a:br>
              <a:rPr lang="en-US" dirty="0" smtClean="0"/>
            </a:b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5778" name="Picture 2"/>
          <p:cNvPicPr>
            <a:picLocks noChangeAspect="1" noChangeArrowheads="1"/>
          </p:cNvPicPr>
          <p:nvPr/>
        </p:nvPicPr>
        <p:blipFill>
          <a:blip r:embed="rId2"/>
          <a:srcRect/>
          <a:stretch>
            <a:fillRect/>
          </a:stretch>
        </p:blipFill>
        <p:spPr bwMode="auto">
          <a:xfrm>
            <a:off x="86855" y="1928802"/>
            <a:ext cx="12105145" cy="4214842"/>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a:buNone/>
            </a:pPr>
            <a:r>
              <a:rPr lang="en-US" dirty="0" smtClean="0">
                <a:solidFill>
                  <a:srgbClr val="0070C0"/>
                </a:solidFill>
              </a:rPr>
              <a:t>3.Deletion</a:t>
            </a:r>
          </a:p>
          <a:p>
            <a:r>
              <a:rPr lang="en-US" dirty="0" smtClean="0"/>
              <a:t>Deletion is also performed at the leaf nodes. The node which is to be deleted can either be a leaf node or an internal node. Following algorithm needs to be followed in order to delete a node from a B tree.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60" y="642918"/>
            <a:ext cx="11572956" cy="5378939"/>
          </a:xfrm>
        </p:spPr>
        <p:txBody>
          <a:bodyPr>
            <a:normAutofit fontScale="92500"/>
          </a:bodyPr>
          <a:lstStyle/>
          <a:p>
            <a:pPr marL="514350" indent="-514350">
              <a:buFont typeface="+mj-lt"/>
              <a:buAutoNum type="arabicPeriod"/>
            </a:pPr>
            <a:r>
              <a:rPr lang="en-US" dirty="0" smtClean="0"/>
              <a:t>Locate the leaf node.</a:t>
            </a:r>
          </a:p>
          <a:p>
            <a:pPr marL="514350" indent="-514350">
              <a:buFont typeface="+mj-lt"/>
              <a:buAutoNum type="arabicPeriod"/>
            </a:pPr>
            <a:r>
              <a:rPr lang="en-US" dirty="0" smtClean="0"/>
              <a:t>If there are more than m/2 keys in the leaf node then delete the desired key from the node.</a:t>
            </a:r>
          </a:p>
          <a:p>
            <a:pPr marL="514350" indent="-514350">
              <a:buFont typeface="+mj-lt"/>
              <a:buAutoNum type="arabicPeriod"/>
            </a:pPr>
            <a:r>
              <a:rPr lang="en-US" dirty="0" smtClean="0"/>
              <a:t>If the leaf node doesn't contain m/2 keys then complete the keys by taking the element from right or left sibling.</a:t>
            </a:r>
          </a:p>
          <a:p>
            <a:pPr marL="971550" lvl="1" indent="-514350">
              <a:buFont typeface="+mj-lt"/>
              <a:buAutoNum type="romanUcPeriod"/>
            </a:pPr>
            <a:r>
              <a:rPr lang="en-US" dirty="0" smtClean="0"/>
              <a:t>If the left sibling contains more than m/2 elements then push its largest element up to its parent and move the intervening element down to the node where the key is deleted.</a:t>
            </a:r>
          </a:p>
          <a:p>
            <a:pPr marL="971550" lvl="1" indent="-514350">
              <a:buFont typeface="+mj-lt"/>
              <a:buAutoNum type="romanUcPeriod"/>
            </a:pPr>
            <a:r>
              <a:rPr lang="en-US" dirty="0" smtClean="0"/>
              <a:t>If the right sibling contains more than m/2 elements then push its smallest element up to the parent and move intervening element down to the node where the key is deleted.</a:t>
            </a:r>
          </a:p>
          <a:p>
            <a:pPr marL="514350" indent="-514350">
              <a:buFont typeface="+mj-lt"/>
              <a:buAutoNum type="arabicPeriod"/>
            </a:pPr>
            <a:r>
              <a:rPr lang="en-US" dirty="0" smtClean="0"/>
              <a:t>If neither of the sibling contain more than m/2 elements then create a new leaf node by joining two leaf nodes and the intervening element of the parent node.</a:t>
            </a:r>
          </a:p>
          <a:p>
            <a:pPr marL="514350" indent="-514350">
              <a:buFont typeface="+mj-lt"/>
              <a:buAutoNum type="arabicPeriod"/>
            </a:pPr>
            <a:r>
              <a:rPr lang="en-US" dirty="0" smtClean="0"/>
              <a:t>If parent is left with less than m/2 nodes then, apply the above process on the parent too.</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If the </a:t>
            </a:r>
            <a:r>
              <a:rPr lang="en-US" dirty="0" err="1" smtClean="0"/>
              <a:t>the</a:t>
            </a:r>
            <a:r>
              <a:rPr lang="en-US" dirty="0" smtClean="0"/>
              <a:t> node which is to be deleted is an internal node, then replace the node with its in-order successor or predecessor. Since, successor or predecessor will always be on the leaf node hence, the process will be similar as the node is being deleted from the leaf node.</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r>
              <a:rPr lang="en-US" dirty="0" smtClean="0"/>
              <a:t>Delete the node 53 from the B Tree of order 5 shown in the following figure.</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6802" name="Picture 2"/>
          <p:cNvPicPr>
            <a:picLocks noChangeAspect="1" noChangeArrowheads="1"/>
          </p:cNvPicPr>
          <p:nvPr/>
        </p:nvPicPr>
        <p:blipFill>
          <a:blip r:embed="rId2"/>
          <a:srcRect/>
          <a:stretch>
            <a:fillRect/>
          </a:stretch>
        </p:blipFill>
        <p:spPr bwMode="auto">
          <a:xfrm>
            <a:off x="309522" y="2000240"/>
            <a:ext cx="11663386" cy="4000528"/>
          </a:xfrm>
          <a:prstGeom prst="rect">
            <a:avLst/>
          </a:prstGeom>
          <a:noFill/>
          <a:ln w="9525">
            <a:noFill/>
            <a:miter lim="800000"/>
            <a:headEnd/>
            <a:tailEnd/>
          </a:ln>
          <a:effec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53 is present in the right child of element 49. Delete it.</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7826" name="Picture 2"/>
          <p:cNvPicPr>
            <a:picLocks noChangeAspect="1" noChangeArrowheads="1"/>
          </p:cNvPicPr>
          <p:nvPr/>
        </p:nvPicPr>
        <p:blipFill>
          <a:blip r:embed="rId2"/>
          <a:srcRect/>
          <a:stretch>
            <a:fillRect/>
          </a:stretch>
        </p:blipFill>
        <p:spPr bwMode="auto">
          <a:xfrm>
            <a:off x="309522" y="1714488"/>
            <a:ext cx="11749197" cy="4214841"/>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lstStyle/>
          <a:p>
            <a:r>
              <a:rPr lang="en-US" dirty="0" smtClean="0"/>
              <a:t>Now, 57 is the only element which is left in the node, the minimum number of elements that must be present in a B tree of order 5, is 2. it is less than that, the elements in its left and right sub-tree are also not sufficient therefore, merge it with the left sibling and intervening element of parent i.e. 49.</a:t>
            </a:r>
          </a:p>
          <a:p>
            <a:r>
              <a:rPr lang="en-US" dirty="0" smtClean="0"/>
              <a:t>The final B tree is shown as follows.</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8850" name="Picture 2"/>
          <p:cNvPicPr>
            <a:picLocks noGrp="1" noChangeAspect="1" noChangeArrowheads="1"/>
          </p:cNvPicPr>
          <p:nvPr>
            <p:ph idx="1"/>
          </p:nvPr>
        </p:nvPicPr>
        <p:blipFill>
          <a:blip r:embed="rId2"/>
          <a:srcRect/>
          <a:stretch>
            <a:fillRect/>
          </a:stretch>
        </p:blipFill>
        <p:spPr bwMode="auto">
          <a:xfrm>
            <a:off x="380960" y="1142984"/>
            <a:ext cx="11003003" cy="4500594"/>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642918"/>
            <a:ext cx="10515600" cy="5450377"/>
          </a:xfrm>
        </p:spPr>
        <p:txBody>
          <a:bodyPr/>
          <a:lstStyle/>
          <a:p>
            <a:pPr algn="ctr">
              <a:buNone/>
            </a:pPr>
            <a:r>
              <a:rPr lang="en-US" dirty="0" smtClean="0">
                <a:solidFill>
                  <a:srgbClr val="FF0000"/>
                </a:solidFill>
              </a:rPr>
              <a:t>B+ Tree</a:t>
            </a:r>
          </a:p>
          <a:p>
            <a:r>
              <a:rPr lang="en-US" dirty="0" smtClean="0"/>
              <a:t>B+ Tree is an extension of B Tree which allows efficient insertion, deletion and search operations.</a:t>
            </a:r>
          </a:p>
          <a:p>
            <a:r>
              <a:rPr lang="en-US" dirty="0" smtClean="0"/>
              <a:t>In B Tree, Keys and records both can be stored in the internal as well as leaf nodes. Whereas, in B+ tree, records (data) can only be stored on the leaf nodes while internal nodes can only store the key values.</a:t>
            </a:r>
          </a:p>
          <a:p>
            <a:r>
              <a:rPr lang="en-US" dirty="0" smtClean="0"/>
              <a:t>The leaf nodes of a B+ tree are linked together in the form of a singly linked lists to make the search queries more efficient.</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r>
              <a:rPr lang="en-US" dirty="0" smtClean="0"/>
              <a:t>B+ Tree are used to store the large amount of data which can not be stored in the main memory. Due to the fact that, size of main memory is always limited, the internal nodes (keys to access records) of the B+ tree are stored in the main memory whereas, leaf nodes are stored in the secondary memory.</a:t>
            </a:r>
          </a:p>
          <a:p>
            <a:r>
              <a:rPr lang="en-US" dirty="0" smtClean="0"/>
              <a:t>The internal nodes of B+ tree are often called index nodes. </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1682" name="Picture 2"/>
          <p:cNvPicPr>
            <a:picLocks noGrp="1" noChangeAspect="1" noChangeArrowheads="1"/>
          </p:cNvPicPr>
          <p:nvPr>
            <p:ph idx="1"/>
          </p:nvPr>
        </p:nvPicPr>
        <p:blipFill>
          <a:blip r:embed="rId2"/>
          <a:srcRect/>
          <a:stretch>
            <a:fillRect/>
          </a:stretch>
        </p:blipFill>
        <p:spPr bwMode="auto">
          <a:xfrm>
            <a:off x="238084" y="857232"/>
            <a:ext cx="11715832" cy="5000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Advantages of B+ Tree</a:t>
            </a:r>
          </a:p>
          <a:p>
            <a:r>
              <a:rPr lang="en-US" dirty="0" smtClean="0"/>
              <a:t>Records can be fetched in equal number of disk accesses.</a:t>
            </a:r>
          </a:p>
          <a:p>
            <a:r>
              <a:rPr lang="en-US" dirty="0" smtClean="0"/>
              <a:t>Height of the tree remains balanced and less as compare to B tree.</a:t>
            </a:r>
          </a:p>
          <a:p>
            <a:r>
              <a:rPr lang="en-US" dirty="0" smtClean="0"/>
              <a:t>We can access the data stored in a B+ tree sequentially as well as directly.</a:t>
            </a:r>
          </a:p>
          <a:p>
            <a:r>
              <a:rPr lang="en-US" dirty="0" smtClean="0"/>
              <a:t>Keys are used for indexing.</a:t>
            </a:r>
          </a:p>
          <a:p>
            <a:r>
              <a:rPr lang="en-US" dirty="0" smtClean="0"/>
              <a:t>Faster search queries as the data is stored only on the leaf nodes.</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r>
              <a:rPr lang="en-US" dirty="0" smtClean="0">
                <a:solidFill>
                  <a:srgbClr val="FF0000"/>
                </a:solidFill>
              </a:rPr>
              <a:t>Insertion in B+ Tree</a:t>
            </a:r>
          </a:p>
          <a:p>
            <a:r>
              <a:rPr lang="en-US" b="1" dirty="0" smtClean="0"/>
              <a:t>Step 1:</a:t>
            </a:r>
            <a:r>
              <a:rPr lang="en-US" dirty="0" smtClean="0"/>
              <a:t> Insert the new node as a leaf node</a:t>
            </a:r>
          </a:p>
          <a:p>
            <a:r>
              <a:rPr lang="en-US" b="1" dirty="0" smtClean="0"/>
              <a:t>Step 2:</a:t>
            </a:r>
            <a:r>
              <a:rPr lang="en-US" dirty="0" smtClean="0"/>
              <a:t> If the leaf doesn't have required space, split the node and copy the middle node to the next index node.</a:t>
            </a:r>
          </a:p>
          <a:p>
            <a:r>
              <a:rPr lang="en-US" b="1" dirty="0" smtClean="0"/>
              <a:t>Step 3:</a:t>
            </a:r>
            <a:r>
              <a:rPr lang="en-US" dirty="0" smtClean="0"/>
              <a:t> If the index node doesn't have required space, split the node and copy the middle element to the next index page.</a:t>
            </a:r>
          </a:p>
          <a:p>
            <a:r>
              <a:rPr lang="en-US" dirty="0" smtClean="0">
                <a:solidFill>
                  <a:srgbClr val="FF0000"/>
                </a:solidFill>
              </a:rPr>
              <a:t>Example :</a:t>
            </a:r>
          </a:p>
          <a:p>
            <a:r>
              <a:rPr lang="en-US" dirty="0" smtClean="0"/>
              <a:t>Insert the value 195 into the B+ tree of order 5 shown in the following figure.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2706" name="Picture 2"/>
          <p:cNvPicPr>
            <a:picLocks noGrp="1" noChangeAspect="1" noChangeArrowheads="1"/>
          </p:cNvPicPr>
          <p:nvPr>
            <p:ph idx="1"/>
          </p:nvPr>
        </p:nvPicPr>
        <p:blipFill>
          <a:blip r:embed="rId2"/>
          <a:srcRect/>
          <a:stretch>
            <a:fillRect/>
          </a:stretch>
        </p:blipFill>
        <p:spPr bwMode="auto">
          <a:xfrm>
            <a:off x="309522" y="642918"/>
            <a:ext cx="11572955" cy="492922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285728"/>
            <a:ext cx="10515600" cy="5807567"/>
          </a:xfrm>
        </p:spPr>
        <p:txBody>
          <a:bodyPr/>
          <a:lstStyle/>
          <a:p>
            <a:r>
              <a:rPr lang="en-US" dirty="0" smtClean="0"/>
              <a:t>195 will be inserted in the right sub-tree of 120 after 190. Insert it at the desired position.</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3730" name="Picture 2"/>
          <p:cNvPicPr>
            <a:picLocks noChangeAspect="1" noChangeArrowheads="1"/>
          </p:cNvPicPr>
          <p:nvPr/>
        </p:nvPicPr>
        <p:blipFill>
          <a:blip r:embed="rId2"/>
          <a:srcRect/>
          <a:stretch>
            <a:fillRect/>
          </a:stretch>
        </p:blipFill>
        <p:spPr bwMode="auto">
          <a:xfrm>
            <a:off x="309523" y="1142984"/>
            <a:ext cx="11882477" cy="48577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4754" name="Picture 2"/>
          <p:cNvPicPr>
            <a:picLocks noGrp="1" noChangeAspect="1" noChangeArrowheads="1"/>
          </p:cNvPicPr>
          <p:nvPr>
            <p:ph idx="1"/>
          </p:nvPr>
        </p:nvPicPr>
        <p:blipFill>
          <a:blip r:embed="rId2"/>
          <a:srcRect/>
          <a:stretch>
            <a:fillRect/>
          </a:stretch>
        </p:blipFill>
        <p:spPr bwMode="auto">
          <a:xfrm>
            <a:off x="452398" y="357166"/>
            <a:ext cx="11430079" cy="52864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5778" name="Picture 2"/>
          <p:cNvPicPr>
            <a:picLocks noGrp="1" noChangeAspect="1" noChangeArrowheads="1"/>
          </p:cNvPicPr>
          <p:nvPr>
            <p:ph idx="1"/>
          </p:nvPr>
        </p:nvPicPr>
        <p:blipFill>
          <a:blip r:embed="rId2"/>
          <a:srcRect/>
          <a:stretch>
            <a:fillRect/>
          </a:stretch>
        </p:blipFill>
        <p:spPr bwMode="auto">
          <a:xfrm>
            <a:off x="523836" y="642918"/>
            <a:ext cx="11430080" cy="54292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571480"/>
            <a:ext cx="10515600" cy="5521815"/>
          </a:xfrm>
        </p:spPr>
        <p:txBody>
          <a:bodyPr>
            <a:normAutofit/>
          </a:bodyPr>
          <a:lstStyle/>
          <a:p>
            <a:r>
              <a:rPr lang="en-US" dirty="0" smtClean="0">
                <a:solidFill>
                  <a:srgbClr val="FF0000"/>
                </a:solidFill>
              </a:rPr>
              <a:t>Deletion in B+ Tree</a:t>
            </a:r>
          </a:p>
          <a:p>
            <a:r>
              <a:rPr lang="en-US" b="1" dirty="0" smtClean="0"/>
              <a:t>Step 1:</a:t>
            </a:r>
            <a:r>
              <a:rPr lang="en-US" dirty="0" smtClean="0"/>
              <a:t> Delete the key and data from the leaves.</a:t>
            </a:r>
          </a:p>
          <a:p>
            <a:r>
              <a:rPr lang="en-US" b="1" dirty="0" smtClean="0"/>
              <a:t>Step 2:</a:t>
            </a:r>
            <a:r>
              <a:rPr lang="en-US" dirty="0" smtClean="0"/>
              <a:t> if the leaf node contains less than minimum number of elements, merge down the node with its sibling and delete the key in between them.</a:t>
            </a:r>
          </a:p>
          <a:p>
            <a:r>
              <a:rPr lang="en-US" b="1" dirty="0" smtClean="0"/>
              <a:t>Step 3:</a:t>
            </a:r>
            <a:r>
              <a:rPr lang="en-US" dirty="0" smtClean="0"/>
              <a:t> if the index node contains less than minimum number of elements, merge the node with the sibling and move down the key in between them.</a:t>
            </a:r>
          </a:p>
          <a:p>
            <a:r>
              <a:rPr lang="en-US" dirty="0" smtClean="0">
                <a:solidFill>
                  <a:srgbClr val="FF0000"/>
                </a:solidFill>
              </a:rPr>
              <a:t>Example</a:t>
            </a:r>
          </a:p>
          <a:p>
            <a:r>
              <a:rPr lang="en-US" dirty="0" smtClean="0"/>
              <a:t>Delete the key 200 from the B+ Tree shown in the following figure.</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6802" name="Picture 2"/>
          <p:cNvPicPr>
            <a:picLocks noGrp="1" noChangeAspect="1" noChangeArrowheads="1"/>
          </p:cNvPicPr>
          <p:nvPr>
            <p:ph idx="1"/>
          </p:nvPr>
        </p:nvPicPr>
        <p:blipFill>
          <a:blip r:embed="rId2"/>
          <a:srcRect/>
          <a:stretch>
            <a:fillRect/>
          </a:stretch>
        </p:blipFill>
        <p:spPr bwMode="auto">
          <a:xfrm>
            <a:off x="868362" y="642918"/>
            <a:ext cx="11014115" cy="5357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7826" name="Picture 2"/>
          <p:cNvPicPr>
            <a:picLocks noGrp="1" noChangeAspect="1" noChangeArrowheads="1"/>
          </p:cNvPicPr>
          <p:nvPr>
            <p:ph idx="1"/>
          </p:nvPr>
        </p:nvPicPr>
        <p:blipFill>
          <a:blip r:embed="rId2"/>
          <a:srcRect/>
          <a:stretch>
            <a:fillRect/>
          </a:stretch>
        </p:blipFill>
        <p:spPr bwMode="auto">
          <a:xfrm>
            <a:off x="309522" y="928670"/>
            <a:ext cx="11715831" cy="492922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8850" name="Picture 2"/>
          <p:cNvPicPr>
            <a:picLocks noGrp="1" noChangeAspect="1" noChangeArrowheads="1"/>
          </p:cNvPicPr>
          <p:nvPr>
            <p:ph idx="1"/>
          </p:nvPr>
        </p:nvPicPr>
        <p:blipFill>
          <a:blip r:embed="rId2"/>
          <a:srcRect/>
          <a:stretch>
            <a:fillRect/>
          </a:stretch>
        </p:blipFill>
        <p:spPr bwMode="auto">
          <a:xfrm>
            <a:off x="452398" y="785794"/>
            <a:ext cx="11358641" cy="52149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214290"/>
            <a:ext cx="10515600" cy="5879005"/>
          </a:xfrm>
        </p:spPr>
        <p:txBody>
          <a:bodyPr/>
          <a:lstStyle/>
          <a:p>
            <a:r>
              <a:rPr lang="en-US" dirty="0" smtClean="0"/>
              <a:t>Now, element 120 is the single element present in the node which is violating the B+ Tree properties. Therefore, we need to merge it by using 60, 78, 108 and 120.</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Tuesday, August 13, 2024</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79874" name="Picture 2"/>
          <p:cNvPicPr>
            <a:picLocks noChangeAspect="1" noChangeArrowheads="1"/>
          </p:cNvPicPr>
          <p:nvPr/>
        </p:nvPicPr>
        <p:blipFill>
          <a:blip r:embed="rId2"/>
          <a:srcRect/>
          <a:stretch>
            <a:fillRect/>
          </a:stretch>
        </p:blipFill>
        <p:spPr bwMode="auto">
          <a:xfrm>
            <a:off x="238084" y="1357298"/>
            <a:ext cx="11715832" cy="47863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web techn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web techno</Template>
  <TotalTime>1413</TotalTime>
  <Words>3472</Words>
  <Application>Microsoft Office PowerPoint</Application>
  <PresentationFormat>Custom</PresentationFormat>
  <Paragraphs>406</Paragraphs>
  <Slides>88</Slides>
  <Notes>2</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web techno</vt:lpstr>
      <vt:lpstr>ADVANCED DATA STRUCTURES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sai</dc:creator>
  <cp:lastModifiedBy>HP</cp:lastModifiedBy>
  <cp:revision>138</cp:revision>
  <dcterms:created xsi:type="dcterms:W3CDTF">2020-05-07T03:43:33Z</dcterms:created>
  <dcterms:modified xsi:type="dcterms:W3CDTF">2024-08-13T04:25:01Z</dcterms:modified>
</cp:coreProperties>
</file>