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DATA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Terminology - Notes Style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Topics Covered: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1) Definition of 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2) Root Node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98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3) Edge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4) Parent &amp; Child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655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5) Siblings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6) Leaf / External Node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32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7) Internal Node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8) Degree of Node &amp; Tree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9) Level of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6151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10) Height of 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8986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11) Path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182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12) Ancestors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4655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13) Predecessor &amp; Successor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14) Node Structure (3 Fields)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0325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15) Sequential Representation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a Non-Linear Data Structure that represents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 a Hierarchical Manner.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 is a Finite set of nodes connected by Edges.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Memory allocation is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Order.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Best suitable for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Operations.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3957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Our Reference Tree (3 Levels) used throughout: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6974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A                  &lt;- Level 0 (Root)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999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/ | \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30098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B  C  D              &lt;- Level 1 (Internal)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60273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 \     / \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044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   F   G   H          &lt;- Level 2 (Leaf)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251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Nodes = 8    |   Total Edges = 7   |   Height = 2   |   Degree = 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Node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'Root' is the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/ TOP node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the tree.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Root has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parent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only Outgoing Edges (going down).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Every tree has EXACTLY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root.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Root is always at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  and  Depth 0.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7157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[A]   &lt;== ROOT NODE (no parent, only outgoing edges)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02666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 | \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  C  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64845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 \     / \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593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   F   G   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3159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Our Tree:   Node  A  is the Root.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'Edge'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a Link that connects two Nodes.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 shows the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Parent-Child relationship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between nodes.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tree with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nodes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always has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n - 1 ) edges.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 is always directed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Downward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(Parent to Child).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7157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02666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 | \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&lt;Edge&gt;  B  C  D   &lt;--- These 3 lines are EDGES (A to B, A to C, A to 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64845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\   / \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593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   F G   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3159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Our Tree:   8 Nodes  =&gt;  8 - 1 = 7 Edges total.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Node &amp; Child Node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Parent Node: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node that has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least ONE child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called a Parent.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has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Outgoing Edges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pointing to children.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In Our Tree:   A is parent of B,C,D     B is parent of E,F     D is parent of G,H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3134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Child Node: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2606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Any node that has a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called a Child.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Child has exactly ONE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Edge.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154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All nodes except ROOT are children.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29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In Our Tree:   Children of A = B,C,D    Children of B = E,F    Children of D = G,H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703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A node can be BOTH parent and child. Example: B is child of A and parent of E,F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3317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 (Parent of B,C,D)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 |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(Child)B  C  D(Child)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 \    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   F  G   H (Leaf Children)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Siblings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'Siblings'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 nodes that share the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Parent.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Siblings are always at the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Level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the tree.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105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/ | \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74320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[B]  [C]  [D]     &lt;==  B, C, D are SIBLINGS (parent = 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06324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\         / \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[E] [F]     [G] [H]  &lt;==  E,F are SIBLINGS (parent = 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703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&lt;==  G,H are SIBLINGS (parent = 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0416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Group 1:  B, C, D  are Siblings  (same parent A, same level 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Group 2:  E, F  are Siblings  (same parent B, same level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Node &amp; Internal Node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Leaf Node  (External Node):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node with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Children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called a Leaf or External Node.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Also called: Non-Terminal Nodes (no outgoing edges).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Left Pointer = NULL  and  Right Pointer = NULL.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305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In Our Tree:  Leaf Nodes = C, E, F, G, H  (Total = 5 leaves)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4048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59689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Internal Node  (Non-Leaf Node):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28986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node with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least ONE child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called an Internal Node.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1729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Internal Nodes are NOT leaf nodes - they have children below them.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472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In Our Tree:  Internal Nodes = A, B, D  (Total = 3 internal nodes)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721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Note: C is at Level 1 but it is a LEAF (C has no children!)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9959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178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A(Internal)  B(Internal)  C(Leaf)  D(Internal)  E,F,G,H(Leaf)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of Node &amp; Degree of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Degree of a Node: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number of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that node = Degree of that Node.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Leaf nodes always have Degree = 0  (no children).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391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 Our Tree - Degree of each Node: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A   |   Children = B, C, D   |   Degree of A =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578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B   |   Children = E, F   |   Degree of B =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8254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C   |   Children = None   |   Degree of C = 0  (Leaf)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0723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D   |   Children = G, H   |   Degree of D =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3192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E   |   Children = None   |   Degree of E = 0  (Leaf)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56616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F   |   Children = None   |   Degree of F = 0  (Leaf)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8130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G   |   Children = None   |   Degree of G = 0  (Leaf)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05993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Node H   |   Children = None   |   Degree of H = 0  (Leaf)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3159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Degree of Tree = MAXIMUM degree among all nodes  =  3  (from Node A)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of the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Level of a node =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Edges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path from Root to that Node.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Root is always at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105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- Levels in our Tree: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Level 0  =&gt;  Node(s):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(Root  (0 edges from Root))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Level 1  =&gt;  Node(s): B, C, 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926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(1 edge from Root A  (A-&gt;B, A-&gt;C, A-&gt;D))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Level 2  =&gt;  Node(s): E, F, G, 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2900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(2 edges from Root A  (A-&gt;B-&gt;E, A-&gt;B-&gt;F, etc.))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703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904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Level 0 --&gt;          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1422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Level 1 --&gt;        / | \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37997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B  C  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Level 2 --&gt;      / \   / \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85546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E   F G   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of the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Height = Total number of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the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LONGEST path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Root to any Leaf.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tree with only Root node has Height = 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Height - Check all Root-to-Leaf Paths: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1:   A -&gt; B -&gt; E   =&gt;   2 edges  &lt;== Longest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4414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2:   A -&gt; B -&gt; F   =&gt;   2 edges  &lt;== Longest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7614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3:   A -&gt; C   =&gt;   1 edge  (C is a leaf at level 1)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0815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4:   A -&gt; D -&gt; G   =&gt;   2 edges  &lt;== Longest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4015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5:   A -&gt; D -&gt; H   =&gt;   2 edges  &lt;== Longest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Maximum edges = 2   =&gt;   Height of our Tree =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Height = (Total Levels) - 1  =  3 - 1 =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45445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(Our tree has 3 levels: 0, 1, 2  so Height = 2)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&amp; Ancestors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Path: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list of Nodes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connected by Edges = Path.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There is exactly ONE unique path between any two nodes.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Example:  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from A to H  =  A -&gt; D -&gt; 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305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Path from A to F  =  A -&gt; B -&gt; 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4048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Path from A to C  =  A -&gt;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6974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Ancestors: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 nodes reachable by moving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Child to Parent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repeatedly = Ancestors.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564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 Root has NO ancestors.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730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Example:  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Ancestors of E  =  B, A  (move E -&gt; B -&gt; 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0050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Ancestors of H  =  D, A  (move H -&gt; D -&gt; 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42793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Ancestors of B  =  A  (move B -&gt; 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Ancestors of A  =  None  (A is Root)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Predecessor &amp; Successor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Predecessor: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Traversing/Visiting, a node that comes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another node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is called the Predecessor of that node.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391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Successor: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234086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Traversing/Visiting, a node that comes </a:t>
            </a:r>
            <a:pPr indent="0" marL="0">
              <a:buNone/>
            </a:pPr>
            <a:r>
              <a:rPr lang="en-US" sz="14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another node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6151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is called the Successor of that node.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90779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- Inorder Traversal of our Tree: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107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Inorder: E  -&gt;  B  -&gt;  F  -&gt;  A  -&gt;  C  -&gt;  D  -&gt;  G  -&gt;  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703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886200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Predecessor of B  =  E      (E comes before 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087368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Successor of B    =  F      (F comes after B)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288536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Predecessor of A  =  F      (F comes before 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489704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Successor of A    =  C      (C comes after 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690872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Predecessor of E  =  None   (E is the FIRST node)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Successor of H    =  None   (H is the LAST node)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Structure - 3 Fields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Fundamental element of a tree. Each Node has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Fields: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 1:  Left Pointer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=&gt; Points to Left Child Node  (NULL if no left child)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039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 2: 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=&gt; Stores the Actual Information /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542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 3:  Right Pointer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8072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=&gt; Points to Right Child Node  (NULL if no right child)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0906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Representation of a Node: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56616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+-------------+----------+---------------+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79476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Left Ptr   |   DATA   |  Right Ptr    |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02336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+-------------+----------+---------------+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2976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Example: Node B  =&gt;  [ ptr-&gt;E  |  B  |  ptr-&gt;F 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 Representation  (2n+1 / 2n+2)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 tree nodes in an </a:t>
            </a:r>
            <a:pPr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using Index-based formulas.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Parent is at index  n  (nth location) then: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Left  Child  =  2n + 1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Right Child  =  2n + 2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of our tree:  [ A, B, C, D, E, F, -, G, H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2606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0  1  2  3  4  5  6  7  8   &lt;-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8620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0449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at n=0:   Left  = 2(0)+1 = 1 = B  |  Right = 2(0)+2 = 2 =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 at n=1:   Left  = 2(1)+1 = 3 = D  |  Right = 2(1)+2 = 4 = 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886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 at n=2:   Left  = 2(2)+1 = 5 = F  |  Right = 2(2)+2 = 6 = (empty)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1605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 at n=3:   Left  = 2(3)+1 = 7 = G  |  Right = 2(3)+2 = 8 = 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4531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6360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Parent Node: n    Left Child: 2n+1    Right Child: 2n+2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- All Tree Terms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Root           =&gt;  First/top node, no parent, Level 0               =&gt; 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8473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Edge           =&gt;  Link between nodes, n nodes =&gt; n-1 edges          =&gt;  7 edges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4533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Parent         =&gt;  Node with at least 1 child                        =&gt;  A, B, 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0594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Child          =&gt;  Node with a parent (all except root)              =&gt;  B,C,D,E,F,G,H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66544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Siblings       =&gt;  Nodes with same parent                            =&gt;  B,C,D  &amp;  E,F  &amp;  G,H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27148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Leaf Node      =&gt;  No children (Degree = 0)                          =&gt;  C,E,F,G,H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58775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Internal       =&gt;  Has at least 1 child                              =&gt;  A,B,D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84835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Degree(node)   =&gt;  Number of children of that node                   =&gt;  A=3, B=2, C=0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Degree(tree)   =&gt;  Max degree among all nodes                        =&gt; 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369564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Level          =&gt;  Edges from root to that node                      =&gt;  A=0, B,C,D=1, E,F,G,H=2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630168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Height         =&gt;  Edges on longest root-to-leaf path                =&gt; 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89077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          =&gt;  Ordered list of connected nodes                   =&gt;  A-&gt;D-&gt;H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15137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Ancestors      =&gt;  All nodes from given node up to Root              =&gt;  Ancestors of E = B,A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41198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Predecessor    =&gt;  Node visited just BEFORE in traversal             =&gt;  Predecessor of B = 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672584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Successor      =&gt;  Node visited just AFTER in traversal              =&gt;  Successor of B = 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Data Structure - Complete Notes</dc:title>
  <dc:subject>PptxGenJS Presentation</dc:subject>
  <dc:creator>PptxGenJS</dc:creator>
  <cp:lastModifiedBy>PptxGenJS</cp:lastModifiedBy>
  <cp:revision>1</cp:revision>
  <dcterms:created xsi:type="dcterms:W3CDTF">2026-04-26T09:31:08Z</dcterms:created>
  <dcterms:modified xsi:type="dcterms:W3CDTF">2026-04-26T09:31:08Z</dcterms:modified>
</cp:coreProperties>
</file>