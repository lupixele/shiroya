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8"/>
  </p:notesMasterIdLst>
  <p:handoutMasterIdLst>
    <p:handoutMasterId r:id="rId19"/>
  </p:handoutMasterIdLst>
  <p:sldIdLst>
    <p:sldId id="256" r:id="rId2"/>
    <p:sldId id="430" r:id="rId3"/>
    <p:sldId id="477" r:id="rId4"/>
    <p:sldId id="461" r:id="rId5"/>
    <p:sldId id="479" r:id="rId6"/>
    <p:sldId id="480" r:id="rId7"/>
    <p:sldId id="481" r:id="rId8"/>
    <p:sldId id="482" r:id="rId9"/>
    <p:sldId id="483" r:id="rId10"/>
    <p:sldId id="484" r:id="rId11"/>
    <p:sldId id="485" r:id="rId12"/>
    <p:sldId id="486" r:id="rId13"/>
    <p:sldId id="487" r:id="rId14"/>
    <p:sldId id="488" r:id="rId15"/>
    <p:sldId id="489" r:id="rId16"/>
    <p:sldId id="29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2DB730-D72B-2000-6F28-DCBDDC250FF0}" v="9" dt="2026-03-09T06:13:21.4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60773" autoAdjust="0"/>
  </p:normalViewPr>
  <p:slideViewPr>
    <p:cSldViewPr>
      <p:cViewPr>
        <p:scale>
          <a:sx n="47" d="100"/>
          <a:sy n="47" d="100"/>
        </p:scale>
        <p:origin x="2035" y="7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8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7359f896-71e2-4dae-b8a3-15cdf97f2f10::" providerId="AD" clId="Web-{A02DB730-D72B-2000-6F28-DCBDDC250FF0}"/>
    <pc:docChg chg="modSld">
      <pc:chgData name="Guest User" userId="S::urn:spo:tenantanon#7359f896-71e2-4dae-b8a3-15cdf97f2f10::" providerId="AD" clId="Web-{A02DB730-D72B-2000-6F28-DCBDDC250FF0}" dt="2026-03-09T06:13:21.490" v="10" actId="20577"/>
      <pc:docMkLst>
        <pc:docMk/>
      </pc:docMkLst>
      <pc:sldChg chg="modNotes">
        <pc:chgData name="Guest User" userId="S::urn:spo:tenantanon#7359f896-71e2-4dae-b8a3-15cdf97f2f10::" providerId="AD" clId="Web-{A02DB730-D72B-2000-6F28-DCBDDC250FF0}" dt="2026-03-09T06:09:46.235" v="1"/>
        <pc:sldMkLst>
          <pc:docMk/>
          <pc:sldMk cId="1310487649" sldId="485"/>
        </pc:sldMkLst>
      </pc:sldChg>
      <pc:sldChg chg="modSp">
        <pc:chgData name="Guest User" userId="S::urn:spo:tenantanon#7359f896-71e2-4dae-b8a3-15cdf97f2f10::" providerId="AD" clId="Web-{A02DB730-D72B-2000-6F28-DCBDDC250FF0}" dt="2026-03-09T06:12:46.005" v="4" actId="20577"/>
        <pc:sldMkLst>
          <pc:docMk/>
          <pc:sldMk cId="203803172" sldId="488"/>
        </pc:sldMkLst>
        <pc:spChg chg="mod">
          <ac:chgData name="Guest User" userId="S::urn:spo:tenantanon#7359f896-71e2-4dae-b8a3-15cdf97f2f10::" providerId="AD" clId="Web-{A02DB730-D72B-2000-6F28-DCBDDC250FF0}" dt="2026-03-09T06:12:46.005" v="4" actId="20577"/>
          <ac:spMkLst>
            <pc:docMk/>
            <pc:sldMk cId="203803172" sldId="488"/>
            <ac:spMk id="5" creationId="{931CEDDA-C758-76A0-0CB0-AD2CF33538C1}"/>
          </ac:spMkLst>
        </pc:spChg>
      </pc:sldChg>
      <pc:sldChg chg="modSp">
        <pc:chgData name="Guest User" userId="S::urn:spo:tenantanon#7359f896-71e2-4dae-b8a3-15cdf97f2f10::" providerId="AD" clId="Web-{A02DB730-D72B-2000-6F28-DCBDDC250FF0}" dt="2026-03-09T06:13:21.490" v="10" actId="20577"/>
        <pc:sldMkLst>
          <pc:docMk/>
          <pc:sldMk cId="946264713" sldId="489"/>
        </pc:sldMkLst>
        <pc:spChg chg="mod">
          <ac:chgData name="Guest User" userId="S::urn:spo:tenantanon#7359f896-71e2-4dae-b8a3-15cdf97f2f10::" providerId="AD" clId="Web-{A02DB730-D72B-2000-6F28-DCBDDC250FF0}" dt="2026-03-09T06:13:21.490" v="10" actId="20577"/>
          <ac:spMkLst>
            <pc:docMk/>
            <pc:sldMk cId="946264713" sldId="489"/>
            <ac:spMk id="5" creationId="{D2783C3A-39C0-ADE0-C0FB-36180784C32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3/8/2026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3/8/2026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extLst>
      <p:ext uri="{BB962C8B-B14F-4D97-AF65-F5344CB8AC3E}">
        <p14:creationId xmlns:p14="http://schemas.microsoft.com/office/powerpoint/2010/main" val="20256349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From third position it is clear he is 4 km from his house and is in North direction.</a:t>
            </a:r>
          </a:p>
          <a:p>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4BB36BD8-3BE0-4B04-B520-77C1F1F1FB7F}" type="slidenum">
              <a:rPr lang="en-US" smtClean="0"/>
              <a:pPr/>
              <a:t>4</a:t>
            </a:fld>
            <a:endParaRPr lang="en-US"/>
          </a:p>
        </p:txBody>
      </p:sp>
    </p:spTree>
    <p:extLst>
      <p:ext uri="{BB962C8B-B14F-4D97-AF65-F5344CB8AC3E}">
        <p14:creationId xmlns:p14="http://schemas.microsoft.com/office/powerpoint/2010/main" val="3413626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3332-0BC6-1460-E168-3A3305153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FDA66-5F78-F028-40DC-ADD3A3F89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B59AC-1164-9EB0-6AB6-E47D8E4519F4}"/>
              </a:ext>
            </a:extLst>
          </p:cNvPr>
          <p:cNvSpPr>
            <a:spLocks noGrp="1"/>
          </p:cNvSpPr>
          <p:nvPr>
            <p:ph type="body" idx="1"/>
          </p:nvPr>
        </p:nvSpPr>
        <p:spPr/>
        <p:txBody>
          <a:bodyPr/>
          <a:lstStyle/>
          <a:p>
            <a:r>
              <a:rPr lang="en-IN" dirty="0"/>
              <a:t>Use </a:t>
            </a:r>
            <a:r>
              <a:rPr lang="en-IN" dirty="0" err="1"/>
              <a:t>pythagoras</a:t>
            </a:r>
            <a:r>
              <a:rPr lang="en-IN" dirty="0"/>
              <a:t> theorem,</a:t>
            </a:r>
          </a:p>
          <a:p>
            <a:endParaRPr lang="en-IN" dirty="0"/>
          </a:p>
          <a:p>
            <a:r>
              <a:rPr lang="en-IN" dirty="0"/>
              <a:t>Hypotensue² = side² + side²</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Min. distance = 3² + 4²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 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IN" dirty="0"/>
          </a:p>
        </p:txBody>
      </p:sp>
      <p:sp>
        <p:nvSpPr>
          <p:cNvPr id="4" name="Slide Number Placeholder 3">
            <a:extLst>
              <a:ext uri="{FF2B5EF4-FFF2-40B4-BE49-F238E27FC236}">
                <a16:creationId xmlns:a16="http://schemas.microsoft.com/office/drawing/2014/main" id="{E2F38C10-F3DD-341F-615B-EBEBA0F55C61}"/>
              </a:ext>
            </a:extLst>
          </p:cNvPr>
          <p:cNvSpPr>
            <a:spLocks noGrp="1"/>
          </p:cNvSpPr>
          <p:nvPr>
            <p:ph type="sldNum" sz="quarter" idx="5"/>
          </p:nvPr>
        </p:nvSpPr>
        <p:spPr/>
        <p:txBody>
          <a:bodyPr/>
          <a:lstStyle/>
          <a:p>
            <a:fld id="{4BB36BD8-3BE0-4B04-B520-77C1F1F1FB7F}" type="slidenum">
              <a:rPr lang="en-US" smtClean="0"/>
              <a:pPr/>
              <a:t>5</a:t>
            </a:fld>
            <a:endParaRPr lang="en-US"/>
          </a:p>
        </p:txBody>
      </p:sp>
    </p:spTree>
    <p:extLst>
      <p:ext uri="{BB962C8B-B14F-4D97-AF65-F5344CB8AC3E}">
        <p14:creationId xmlns:p14="http://schemas.microsoft.com/office/powerpoint/2010/main" val="789465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BC85F-C306-2B01-E022-621CF29D3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62649-29D7-190C-BCC1-0189F65F2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4726F-EF66-B561-C873-2B495D2E4A37}"/>
              </a:ext>
            </a:extLst>
          </p:cNvPr>
          <p:cNvSpPr>
            <a:spLocks noGrp="1"/>
          </p:cNvSpPr>
          <p:nvPr>
            <p:ph type="body" idx="1"/>
          </p:nvPr>
        </p:nvSpPr>
        <p:spPr/>
        <p:txBody>
          <a:bodyPr/>
          <a:lstStyle/>
          <a:p>
            <a:r>
              <a:rPr lang="en-US" dirty="0"/>
              <a:t>So, in morning the shadow falls towards the west.</a:t>
            </a:r>
          </a:p>
          <a:p>
            <a:endParaRPr lang="en-US" dirty="0"/>
          </a:p>
          <a:p>
            <a:r>
              <a:rPr lang="en-US" dirty="0"/>
              <a:t>Now Lalli's shadow falls to the right of the Juhi. Hence Juhi is facing South.</a:t>
            </a:r>
            <a:endParaRPr lang="en-IN" dirty="0"/>
          </a:p>
        </p:txBody>
      </p:sp>
      <p:sp>
        <p:nvSpPr>
          <p:cNvPr id="4" name="Slide Number Placeholder 3">
            <a:extLst>
              <a:ext uri="{FF2B5EF4-FFF2-40B4-BE49-F238E27FC236}">
                <a16:creationId xmlns:a16="http://schemas.microsoft.com/office/drawing/2014/main" id="{667E3BDB-7611-29E0-03C8-D0CC92026B64}"/>
              </a:ext>
            </a:extLst>
          </p:cNvPr>
          <p:cNvSpPr>
            <a:spLocks noGrp="1"/>
          </p:cNvSpPr>
          <p:nvPr>
            <p:ph type="sldNum" sz="quarter" idx="5"/>
          </p:nvPr>
        </p:nvSpPr>
        <p:spPr/>
        <p:txBody>
          <a:bodyPr/>
          <a:lstStyle/>
          <a:p>
            <a:fld id="{4BB36BD8-3BE0-4B04-B520-77C1F1F1FB7F}" type="slidenum">
              <a:rPr lang="en-US" smtClean="0"/>
              <a:pPr/>
              <a:t>6</a:t>
            </a:fld>
            <a:endParaRPr lang="en-US"/>
          </a:p>
        </p:txBody>
      </p:sp>
    </p:spTree>
    <p:extLst>
      <p:ext uri="{BB962C8B-B14F-4D97-AF65-F5344CB8AC3E}">
        <p14:creationId xmlns:p14="http://schemas.microsoft.com/office/powerpoint/2010/main" val="3830640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AD847-0A1C-B1F3-F181-031F35435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82334-A631-8526-18A0-35ACE44F0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84952B-5DF9-8975-0F1F-FB4CDC075811}"/>
              </a:ext>
            </a:extLst>
          </p:cNvPr>
          <p:cNvSpPr>
            <a:spLocks noGrp="1"/>
          </p:cNvSpPr>
          <p:nvPr>
            <p:ph type="body" idx="1"/>
          </p:nvPr>
        </p:nvSpPr>
        <p:spPr/>
        <p:txBody>
          <a:bodyPr/>
          <a:lstStyle/>
          <a:p>
            <a:r>
              <a:rPr lang="en-IN" dirty="0"/>
              <a:t>North</a:t>
            </a:r>
          </a:p>
        </p:txBody>
      </p:sp>
      <p:sp>
        <p:nvSpPr>
          <p:cNvPr id="4" name="Slide Number Placeholder 3">
            <a:extLst>
              <a:ext uri="{FF2B5EF4-FFF2-40B4-BE49-F238E27FC236}">
                <a16:creationId xmlns:a16="http://schemas.microsoft.com/office/drawing/2014/main" id="{9D1451B5-1EB4-5DDB-2CF0-8BC339841B87}"/>
              </a:ext>
            </a:extLst>
          </p:cNvPr>
          <p:cNvSpPr>
            <a:spLocks noGrp="1"/>
          </p:cNvSpPr>
          <p:nvPr>
            <p:ph type="sldNum" sz="quarter" idx="5"/>
          </p:nvPr>
        </p:nvSpPr>
        <p:spPr/>
        <p:txBody>
          <a:bodyPr/>
          <a:lstStyle/>
          <a:p>
            <a:fld id="{4BB36BD8-3BE0-4B04-B520-77C1F1F1FB7F}" type="slidenum">
              <a:rPr lang="en-US" smtClean="0"/>
              <a:pPr/>
              <a:t>7</a:t>
            </a:fld>
            <a:endParaRPr lang="en-US"/>
          </a:p>
        </p:txBody>
      </p:sp>
    </p:spTree>
    <p:extLst>
      <p:ext uri="{BB962C8B-B14F-4D97-AF65-F5344CB8AC3E}">
        <p14:creationId xmlns:p14="http://schemas.microsoft.com/office/powerpoint/2010/main" val="1233625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E1C09-EDDF-99F0-2173-8045AB567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508D6-50A5-1085-B846-A3730BA02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89854-9BA9-760B-BBDE-C81046E905A0}"/>
              </a:ext>
            </a:extLst>
          </p:cNvPr>
          <p:cNvSpPr>
            <a:spLocks noGrp="1"/>
          </p:cNvSpPr>
          <p:nvPr>
            <p:ph type="body" idx="1"/>
          </p:nvPr>
        </p:nvSpPr>
        <p:spPr/>
        <p:txBody>
          <a:bodyPr/>
          <a:lstStyle/>
          <a:p>
            <a:r>
              <a:rPr lang="en-IN" dirty="0"/>
              <a:t>P is in South – West of Y</a:t>
            </a:r>
          </a:p>
        </p:txBody>
      </p:sp>
      <p:sp>
        <p:nvSpPr>
          <p:cNvPr id="4" name="Slide Number Placeholder 3">
            <a:extLst>
              <a:ext uri="{FF2B5EF4-FFF2-40B4-BE49-F238E27FC236}">
                <a16:creationId xmlns:a16="http://schemas.microsoft.com/office/drawing/2014/main" id="{91C01114-8584-CB9F-E495-5877CAB1DE32}"/>
              </a:ext>
            </a:extLst>
          </p:cNvPr>
          <p:cNvSpPr>
            <a:spLocks noGrp="1"/>
          </p:cNvSpPr>
          <p:nvPr>
            <p:ph type="sldNum" sz="quarter" idx="5"/>
          </p:nvPr>
        </p:nvSpPr>
        <p:spPr/>
        <p:txBody>
          <a:bodyPr/>
          <a:lstStyle/>
          <a:p>
            <a:fld id="{4BB36BD8-3BE0-4B04-B520-77C1F1F1FB7F}" type="slidenum">
              <a:rPr lang="en-US" smtClean="0"/>
              <a:pPr/>
              <a:t>8</a:t>
            </a:fld>
            <a:endParaRPr lang="en-US"/>
          </a:p>
        </p:txBody>
      </p:sp>
    </p:spTree>
    <p:extLst>
      <p:ext uri="{BB962C8B-B14F-4D97-AF65-F5344CB8AC3E}">
        <p14:creationId xmlns:p14="http://schemas.microsoft.com/office/powerpoint/2010/main" val="3368669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1DB3-32B0-ED25-0F76-8648B866D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04B30-EB8B-2708-A907-4B5BB0DC2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1873C-094A-74C4-D9E2-33BE23F548F5}"/>
              </a:ext>
            </a:extLst>
          </p:cNvPr>
          <p:cNvSpPr>
            <a:spLocks noGrp="1"/>
          </p:cNvSpPr>
          <p:nvPr>
            <p:ph type="body" idx="1"/>
          </p:nvPr>
        </p:nvSpPr>
        <p:spPr/>
        <p:txBody>
          <a:bodyPr/>
          <a:lstStyle/>
          <a:p>
            <a:r>
              <a:rPr lang="en-IN" dirty="0"/>
              <a:t>South – East</a:t>
            </a:r>
          </a:p>
        </p:txBody>
      </p:sp>
      <p:sp>
        <p:nvSpPr>
          <p:cNvPr id="4" name="Slide Number Placeholder 3">
            <a:extLst>
              <a:ext uri="{FF2B5EF4-FFF2-40B4-BE49-F238E27FC236}">
                <a16:creationId xmlns:a16="http://schemas.microsoft.com/office/drawing/2014/main" id="{5046B6F9-3174-216C-8BF1-39699717A2E3}"/>
              </a:ext>
            </a:extLst>
          </p:cNvPr>
          <p:cNvSpPr>
            <a:spLocks noGrp="1"/>
          </p:cNvSpPr>
          <p:nvPr>
            <p:ph type="sldNum" sz="quarter" idx="5"/>
          </p:nvPr>
        </p:nvSpPr>
        <p:spPr/>
        <p:txBody>
          <a:bodyPr/>
          <a:lstStyle/>
          <a:p>
            <a:fld id="{4BB36BD8-3BE0-4B04-B520-77C1F1F1FB7F}" type="slidenum">
              <a:rPr lang="en-US" smtClean="0"/>
              <a:pPr/>
              <a:t>9</a:t>
            </a:fld>
            <a:endParaRPr lang="en-US"/>
          </a:p>
        </p:txBody>
      </p:sp>
    </p:spTree>
    <p:extLst>
      <p:ext uri="{BB962C8B-B14F-4D97-AF65-F5344CB8AC3E}">
        <p14:creationId xmlns:p14="http://schemas.microsoft.com/office/powerpoint/2010/main" val="3516092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E342C-68C2-41BB-39F3-FCE5CEC2B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F0F27-7CEC-5CB5-490A-AED531188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AD749-2C3F-2834-1E30-C0DDDE6ABCCC}"/>
              </a:ext>
            </a:extLst>
          </p:cNvPr>
          <p:cNvSpPr>
            <a:spLocks noGrp="1"/>
          </p:cNvSpPr>
          <p:nvPr>
            <p:ph type="body" idx="1"/>
          </p:nvPr>
        </p:nvSpPr>
        <p:spPr/>
        <p:txBody>
          <a:bodyPr/>
          <a:lstStyle/>
          <a:p>
            <a:r>
              <a:rPr lang="en-IN" dirty="0"/>
              <a:t>South - West</a:t>
            </a:r>
          </a:p>
        </p:txBody>
      </p:sp>
      <p:sp>
        <p:nvSpPr>
          <p:cNvPr id="4" name="Slide Number Placeholder 3">
            <a:extLst>
              <a:ext uri="{FF2B5EF4-FFF2-40B4-BE49-F238E27FC236}">
                <a16:creationId xmlns:a16="http://schemas.microsoft.com/office/drawing/2014/main" id="{52F97A29-C4A2-A697-A2AA-724B247CAB6D}"/>
              </a:ext>
            </a:extLst>
          </p:cNvPr>
          <p:cNvSpPr>
            <a:spLocks noGrp="1"/>
          </p:cNvSpPr>
          <p:nvPr>
            <p:ph type="sldNum" sz="quarter" idx="5"/>
          </p:nvPr>
        </p:nvSpPr>
        <p:spPr/>
        <p:txBody>
          <a:bodyPr/>
          <a:lstStyle/>
          <a:p>
            <a:fld id="{4BB36BD8-3BE0-4B04-B520-77C1F1F1FB7F}" type="slidenum">
              <a:rPr lang="en-US" smtClean="0"/>
              <a:pPr/>
              <a:t>10</a:t>
            </a:fld>
            <a:endParaRPr lang="en-US"/>
          </a:p>
        </p:txBody>
      </p:sp>
    </p:spTree>
    <p:extLst>
      <p:ext uri="{BB962C8B-B14F-4D97-AF65-F5344CB8AC3E}">
        <p14:creationId xmlns:p14="http://schemas.microsoft.com/office/powerpoint/2010/main" val="3651407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753CB-DD37-EB2A-41EA-BE37C3704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53415-B092-5D54-BFCB-E06BC41EB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4B56E-7160-04F7-792D-6C58217F3439}"/>
              </a:ext>
            </a:extLst>
          </p:cNvPr>
          <p:cNvSpPr>
            <a:spLocks noGrp="1"/>
          </p:cNvSpPr>
          <p:nvPr>
            <p:ph type="body" idx="1"/>
          </p:nvPr>
        </p:nvSpPr>
        <p:spPr/>
        <p:txBody>
          <a:bodyPr/>
          <a:lstStyle/>
          <a:p>
            <a:r>
              <a:rPr lang="en-IN">
                <a:ea typeface="Calibri"/>
                <a:cs typeface="Calibri"/>
              </a:rPr>
              <a:t>C</a:t>
            </a:r>
          </a:p>
        </p:txBody>
      </p:sp>
      <p:sp>
        <p:nvSpPr>
          <p:cNvPr id="4" name="Slide Number Placeholder 3">
            <a:extLst>
              <a:ext uri="{FF2B5EF4-FFF2-40B4-BE49-F238E27FC236}">
                <a16:creationId xmlns:a16="http://schemas.microsoft.com/office/drawing/2014/main" id="{49EDEBA4-B1A1-BABB-42DA-C3D949A1DE79}"/>
              </a:ext>
            </a:extLst>
          </p:cNvPr>
          <p:cNvSpPr>
            <a:spLocks noGrp="1"/>
          </p:cNvSpPr>
          <p:nvPr>
            <p:ph type="sldNum" sz="quarter" idx="5"/>
          </p:nvPr>
        </p:nvSpPr>
        <p:spPr/>
        <p:txBody>
          <a:bodyPr/>
          <a:lstStyle/>
          <a:p>
            <a:fld id="{4BB36BD8-3BE0-4B04-B520-77C1F1F1FB7F}" type="slidenum">
              <a:rPr lang="en-US" smtClean="0"/>
              <a:pPr/>
              <a:t>11</a:t>
            </a:fld>
            <a:endParaRPr lang="en-US"/>
          </a:p>
        </p:txBody>
      </p:sp>
    </p:spTree>
    <p:extLst>
      <p:ext uri="{BB962C8B-B14F-4D97-AF65-F5344CB8AC3E}">
        <p14:creationId xmlns:p14="http://schemas.microsoft.com/office/powerpoint/2010/main" val="1406210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BAB36-BB08-3A26-C6F9-B9EA05A8A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EEE01-A54B-D436-4A0D-057F04196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F41BB-1A43-6367-89CB-F9D2AAA4F6C1}"/>
              </a:ext>
            </a:extLst>
          </p:cNvPr>
          <p:cNvSpPr>
            <a:spLocks noGrp="1"/>
          </p:cNvSpPr>
          <p:nvPr>
            <p:ph type="body" idx="1"/>
          </p:nvPr>
        </p:nvSpPr>
        <p:spPr/>
        <p:txBody>
          <a:bodyPr/>
          <a:lstStyle/>
          <a:p>
            <a:r>
              <a:rPr lang="en-IN" dirty="0"/>
              <a:t>Pintu</a:t>
            </a:r>
          </a:p>
          <a:p>
            <a:endParaRPr lang="en-IN" dirty="0"/>
          </a:p>
          <a:p>
            <a:r>
              <a:rPr lang="en-US" sz="1200" b="0" i="0" kern="1200" dirty="0">
                <a:solidFill>
                  <a:schemeClr val="tx1"/>
                </a:solidFill>
                <a:effectLst/>
                <a:latin typeface="+mn-lt"/>
                <a:ea typeface="+mn-ea"/>
                <a:cs typeface="+mn-cs"/>
              </a:rPr>
              <a:t>Ankur is in the left of Kumar. Hence Pintu is in North-East of Ankur.</a:t>
            </a:r>
            <a:endParaRPr lang="en-IN" dirty="0"/>
          </a:p>
        </p:txBody>
      </p:sp>
      <p:sp>
        <p:nvSpPr>
          <p:cNvPr id="4" name="Slide Number Placeholder 3">
            <a:extLst>
              <a:ext uri="{FF2B5EF4-FFF2-40B4-BE49-F238E27FC236}">
                <a16:creationId xmlns:a16="http://schemas.microsoft.com/office/drawing/2014/main" id="{2355F3B2-401B-188C-D588-16545033FE35}"/>
              </a:ext>
            </a:extLst>
          </p:cNvPr>
          <p:cNvSpPr>
            <a:spLocks noGrp="1"/>
          </p:cNvSpPr>
          <p:nvPr>
            <p:ph type="sldNum" sz="quarter" idx="5"/>
          </p:nvPr>
        </p:nvSpPr>
        <p:spPr/>
        <p:txBody>
          <a:bodyPr/>
          <a:lstStyle/>
          <a:p>
            <a:fld id="{4BB36BD8-3BE0-4B04-B520-77C1F1F1FB7F}" type="slidenum">
              <a:rPr lang="en-US" smtClean="0"/>
              <a:pPr/>
              <a:t>12</a:t>
            </a:fld>
            <a:endParaRPr lang="en-US"/>
          </a:p>
        </p:txBody>
      </p:sp>
    </p:spTree>
    <p:extLst>
      <p:ext uri="{BB962C8B-B14F-4D97-AF65-F5344CB8AC3E}">
        <p14:creationId xmlns:p14="http://schemas.microsoft.com/office/powerpoint/2010/main" val="904678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6CC78-0EED-3343-7542-32467618F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B16D0-A03C-62E8-CBD0-391D8E0FF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18D2F-8EDE-1B4E-8080-0E442452A1AE}"/>
              </a:ext>
            </a:extLst>
          </p:cNvPr>
          <p:cNvSpPr>
            <a:spLocks noGrp="1"/>
          </p:cNvSpPr>
          <p:nvPr>
            <p:ph type="body" idx="1"/>
          </p:nvPr>
        </p:nvSpPr>
        <p:spPr/>
        <p:txBody>
          <a:bodyPr/>
          <a:lstStyle/>
          <a:p>
            <a:r>
              <a:rPr lang="en-IN" dirty="0"/>
              <a:t>50m - NE</a:t>
            </a:r>
          </a:p>
        </p:txBody>
      </p:sp>
      <p:sp>
        <p:nvSpPr>
          <p:cNvPr id="4" name="Slide Number Placeholder 3">
            <a:extLst>
              <a:ext uri="{FF2B5EF4-FFF2-40B4-BE49-F238E27FC236}">
                <a16:creationId xmlns:a16="http://schemas.microsoft.com/office/drawing/2014/main" id="{F187190D-B54A-DEEA-90A1-4C2AD34E9888}"/>
              </a:ext>
            </a:extLst>
          </p:cNvPr>
          <p:cNvSpPr>
            <a:spLocks noGrp="1"/>
          </p:cNvSpPr>
          <p:nvPr>
            <p:ph type="sldNum" sz="quarter" idx="5"/>
          </p:nvPr>
        </p:nvSpPr>
        <p:spPr/>
        <p:txBody>
          <a:bodyPr/>
          <a:lstStyle/>
          <a:p>
            <a:fld id="{4BB36BD8-3BE0-4B04-B520-77C1F1F1FB7F}" type="slidenum">
              <a:rPr lang="en-US" smtClean="0"/>
              <a:pPr/>
              <a:t>13</a:t>
            </a:fld>
            <a:endParaRPr lang="en-US"/>
          </a:p>
        </p:txBody>
      </p:sp>
    </p:spTree>
    <p:extLst>
      <p:ext uri="{BB962C8B-B14F-4D97-AF65-F5344CB8AC3E}">
        <p14:creationId xmlns:p14="http://schemas.microsoft.com/office/powerpoint/2010/main" val="417782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F93AF-75DA-EB14-79CD-A93395FBA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44E57-1EFC-82CF-67A1-F4D72C200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FFC54-BEF1-86EB-F704-04E2C14DA370}"/>
              </a:ext>
            </a:extLst>
          </p:cNvPr>
          <p:cNvSpPr>
            <a:spLocks noGrp="1"/>
          </p:cNvSpPr>
          <p:nvPr>
            <p:ph type="body" idx="1"/>
          </p:nvPr>
        </p:nvSpPr>
        <p:spPr/>
        <p:txBody>
          <a:bodyPr/>
          <a:lstStyle/>
          <a:p>
            <a:pPr marL="228600" indent="-228600">
              <a:buAutoNum type="arabicPeriod"/>
            </a:pPr>
            <a:r>
              <a:rPr lang="en-IN" dirty="0"/>
              <a:t>North</a:t>
            </a:r>
          </a:p>
          <a:p>
            <a:pPr marL="228600" indent="-228600">
              <a:buAutoNum type="arabicPeriod"/>
            </a:pPr>
            <a:r>
              <a:rPr lang="en-IN" dirty="0"/>
              <a:t>South - East</a:t>
            </a:r>
          </a:p>
        </p:txBody>
      </p:sp>
      <p:sp>
        <p:nvSpPr>
          <p:cNvPr id="4" name="Slide Number Placeholder 3">
            <a:extLst>
              <a:ext uri="{FF2B5EF4-FFF2-40B4-BE49-F238E27FC236}">
                <a16:creationId xmlns:a16="http://schemas.microsoft.com/office/drawing/2014/main" id="{CC8EC4BE-2DFD-4B61-E0FD-85FD1AD54EC3}"/>
              </a:ext>
            </a:extLst>
          </p:cNvPr>
          <p:cNvSpPr>
            <a:spLocks noGrp="1"/>
          </p:cNvSpPr>
          <p:nvPr>
            <p:ph type="sldNum" sz="quarter" idx="5"/>
          </p:nvPr>
        </p:nvSpPr>
        <p:spPr/>
        <p:txBody>
          <a:bodyPr/>
          <a:lstStyle/>
          <a:p>
            <a:fld id="{4BB36BD8-3BE0-4B04-B520-77C1F1F1FB7F}" type="slidenum">
              <a:rPr lang="en-US" smtClean="0"/>
              <a:pPr/>
              <a:t>14</a:t>
            </a:fld>
            <a:endParaRPr lang="en-US"/>
          </a:p>
        </p:txBody>
      </p:sp>
    </p:spTree>
    <p:extLst>
      <p:ext uri="{BB962C8B-B14F-4D97-AF65-F5344CB8AC3E}">
        <p14:creationId xmlns:p14="http://schemas.microsoft.com/office/powerpoint/2010/main" val="689699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610F-1B89-6917-43D6-690CCCB09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330C9-FA61-FEF5-A71B-41A8F33DD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8E9D44-4A78-FBB7-0669-5717B3E55BD9}"/>
              </a:ext>
            </a:extLst>
          </p:cNvPr>
          <p:cNvSpPr>
            <a:spLocks noGrp="1"/>
          </p:cNvSpPr>
          <p:nvPr>
            <p:ph type="body" idx="1"/>
          </p:nvPr>
        </p:nvSpPr>
        <p:spPr/>
        <p:txBody>
          <a:bodyPr/>
          <a:lstStyle/>
          <a:p>
            <a:r>
              <a:rPr lang="en-IN" dirty="0"/>
              <a:t>Option B</a:t>
            </a:r>
          </a:p>
        </p:txBody>
      </p:sp>
      <p:sp>
        <p:nvSpPr>
          <p:cNvPr id="4" name="Slide Number Placeholder 3">
            <a:extLst>
              <a:ext uri="{FF2B5EF4-FFF2-40B4-BE49-F238E27FC236}">
                <a16:creationId xmlns:a16="http://schemas.microsoft.com/office/drawing/2014/main" id="{11B07D51-54C1-D098-BFCE-631FD1E5A085}"/>
              </a:ext>
            </a:extLst>
          </p:cNvPr>
          <p:cNvSpPr>
            <a:spLocks noGrp="1"/>
          </p:cNvSpPr>
          <p:nvPr>
            <p:ph type="sldNum" sz="quarter" idx="5"/>
          </p:nvPr>
        </p:nvSpPr>
        <p:spPr/>
        <p:txBody>
          <a:bodyPr/>
          <a:lstStyle/>
          <a:p>
            <a:fld id="{4BB36BD8-3BE0-4B04-B520-77C1F1F1FB7F}" type="slidenum">
              <a:rPr lang="en-US" smtClean="0"/>
              <a:pPr/>
              <a:t>15</a:t>
            </a:fld>
            <a:endParaRPr lang="en-US"/>
          </a:p>
        </p:txBody>
      </p:sp>
    </p:spTree>
    <p:extLst>
      <p:ext uri="{BB962C8B-B14F-4D97-AF65-F5344CB8AC3E}">
        <p14:creationId xmlns:p14="http://schemas.microsoft.com/office/powerpoint/2010/main" val="2193075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23592"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08-03-2026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08-03-2026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DBMS                                                                M.Srinu, Asst Professor, CSE Dept.</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08-03-2026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623392" y="980728"/>
            <a:ext cx="10696612" cy="2428892"/>
          </a:xfrm>
          <a:prstGeom prst="rect">
            <a:avLst/>
          </a:prstGeom>
        </p:spPr>
        <p:txBody>
          <a:bodyPr vert="horz" lIns="91440" tIns="45720" rIns="91440" bIns="45720" rtlCol="0" anchor="b">
            <a:noAutofit/>
          </a:bodyPr>
          <a:lstStyle/>
          <a:p>
            <a:pPr lvl="0" algn="ctr" defTabSz="914400">
              <a:lnSpc>
                <a:spcPct val="90000"/>
              </a:lnSpc>
              <a:spcBef>
                <a:spcPct val="0"/>
              </a:spcBef>
              <a:defRPr/>
            </a:pPr>
            <a:r>
              <a:rPr kumimoji="0" lang="en-IN" sz="36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Times New Roman" panose="02020603050405020304" pitchFamily="18" charset="0"/>
              </a:rPr>
              <a:t>DIRECTION SENSE</a:t>
            </a:r>
          </a:p>
        </p:txBody>
      </p:sp>
      <p:sp>
        <p:nvSpPr>
          <p:cNvPr id="6" name="Subtitle 2"/>
          <p:cNvSpPr txBox="1">
            <a:spLocks/>
          </p:cNvSpPr>
          <p:nvPr/>
        </p:nvSpPr>
        <p:spPr>
          <a:xfrm>
            <a:off x="911424" y="4005064"/>
            <a:ext cx="10696612" cy="1656184"/>
          </a:xfrm>
          <a:prstGeom prst="rect">
            <a:avLst/>
          </a:prstGeom>
        </p:spPr>
        <p:txBody>
          <a:bodyPr vert="horz" lIns="91440" tIns="45720" rIns="91440" bIns="45720" rtlCol="0">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rPr>
              <a:t>P. Vijay Kumar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000" dirty="0">
                <a:solidFill>
                  <a:srgbClr val="002060"/>
                </a:solidFill>
                <a:latin typeface="Cambria" panose="02040503050406030204" pitchFamily="18" charset="0"/>
                <a:ea typeface="Cambria" panose="02040503050406030204" pitchFamily="18" charset="0"/>
              </a:rPr>
              <a:t>Aptitude Trainer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Cambria" panose="02040503050406030204" pitchFamily="18" charset="0"/>
                <a:ea typeface="Cambria" panose="02040503050406030204" pitchFamily="18" charset="0"/>
              </a:rPr>
              <a:t>Department of</a:t>
            </a:r>
            <a:r>
              <a:rPr lang="en-US" sz="2000" baseline="0" dirty="0">
                <a:solidFill>
                  <a:srgbClr val="002060"/>
                </a:solidFill>
                <a:latin typeface="Cambria" panose="02040503050406030204" pitchFamily="18" charset="0"/>
                <a:ea typeface="Cambria" panose="02040503050406030204" pitchFamily="18" charset="0"/>
              </a:rPr>
              <a:t> Training</a:t>
            </a:r>
            <a:r>
              <a:rPr lang="en-US" sz="2000" dirty="0">
                <a:solidFill>
                  <a:srgbClr val="002060"/>
                </a:solidFill>
                <a:latin typeface="Cambria" panose="02040503050406030204" pitchFamily="18" charset="0"/>
                <a:ea typeface="Cambria" panose="02040503050406030204" pitchFamily="18" charset="0"/>
              </a:rPr>
              <a:t> &amp; Placement</a:t>
            </a:r>
            <a:r>
              <a:rPr kumimoji="0" lang="en-US" sz="2000" b="0" i="0" u="none" strike="noStrike" kern="1200" cap="none" spc="0" normalizeH="0" baseline="0" noProof="0" dirty="0">
                <a:ln>
                  <a:noFill/>
                </a:ln>
                <a:solidFill>
                  <a:srgbClr val="002060"/>
                </a:solidFill>
                <a:effectLst/>
                <a:uLnTx/>
                <a:uFillTx/>
                <a:latin typeface="Cambria" panose="02040503050406030204" pitchFamily="18" charset="0"/>
                <a:ea typeface="Cambria" panose="02040503050406030204" pitchFamily="18" charset="0"/>
              </a:rPr>
              <a:t> </a:t>
            </a:r>
            <a:endParaRPr lang="en-US" sz="2000" dirty="0">
              <a:solidFill>
                <a:srgbClr val="002060"/>
              </a:solidFill>
              <a:latin typeface="Cambria" panose="02040503050406030204" pitchFamily="18" charset="0"/>
              <a:ea typeface="Cambria" panose="02040503050406030204" pitchFamily="18"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srgbClr val="002060"/>
                </a:solidFill>
                <a:effectLst/>
                <a:uLnTx/>
                <a:uFillTx/>
                <a:latin typeface="Cambria" panose="02040503050406030204" pitchFamily="18" charset="0"/>
                <a:ea typeface="Cambria" panose="02040503050406030204" pitchFamily="18" charset="0"/>
              </a:rPr>
              <a:t>Aditya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3"/>
          </p:nvPr>
        </p:nvSpPr>
        <p:spPr/>
        <p:txBody>
          <a:bodyPr/>
          <a:lstStyle/>
          <a:p>
            <a:fld id="{326EF2E3-409D-4D76-AD02-397A36B0DAF9}" type="slidenum">
              <a:rPr lang="en-US" smtClean="0"/>
              <a:pPr/>
              <a:t>2</a:t>
            </a:fld>
            <a:endParaRPr lang="en-US"/>
          </a:p>
        </p:txBody>
      </p:sp>
      <p:sp>
        <p:nvSpPr>
          <p:cNvPr id="5" name="Content Placeholder 1">
            <a:extLst>
              <a:ext uri="{FF2B5EF4-FFF2-40B4-BE49-F238E27FC236}">
                <a16:creationId xmlns:a16="http://schemas.microsoft.com/office/drawing/2014/main" id="{C4B12F71-216B-4B4A-9933-2017B3D46F1E}"/>
              </a:ext>
            </a:extLst>
          </p:cNvPr>
          <p:cNvSpPr txBox="1">
            <a:spLocks/>
          </p:cNvSpPr>
          <p:nvPr/>
        </p:nvSpPr>
        <p:spPr>
          <a:xfrm>
            <a:off x="623392" y="1052736"/>
            <a:ext cx="11161240" cy="51125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IN" sz="22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862E4AC-212E-43EC-956C-B30F3E8CC9D6}"/>
              </a:ext>
            </a:extLst>
          </p:cNvPr>
          <p:cNvSpPr txBox="1"/>
          <p:nvPr/>
        </p:nvSpPr>
        <p:spPr>
          <a:xfrm>
            <a:off x="983432" y="237520"/>
            <a:ext cx="10561550" cy="646331"/>
          </a:xfrm>
          <a:prstGeom prst="rect">
            <a:avLst/>
          </a:prstGeom>
          <a:noFill/>
        </p:spPr>
        <p:txBody>
          <a:bodyPr wrap="square" rtlCol="0">
            <a:spAutoFit/>
          </a:bodyPr>
          <a:lstStyle/>
          <a:p>
            <a:pPr algn="ctr"/>
            <a:r>
              <a:rPr lang="en-IN" sz="3600" b="1" dirty="0">
                <a:solidFill>
                  <a:schemeClr val="accent2">
                    <a:lumMod val="75000"/>
                  </a:schemeClr>
                </a:solidFill>
                <a:latin typeface="Times New Roman" pitchFamily="18" charset="0"/>
                <a:cs typeface="Times New Roman" pitchFamily="18" charset="0"/>
              </a:rPr>
              <a:t>Introduction</a:t>
            </a:r>
            <a:endParaRPr lang="en-IN" sz="3600" b="1" dirty="0"/>
          </a:p>
        </p:txBody>
      </p:sp>
      <p:sp>
        <p:nvSpPr>
          <p:cNvPr id="7" name="TextBox 6">
            <a:extLst>
              <a:ext uri="{FF2B5EF4-FFF2-40B4-BE49-F238E27FC236}">
                <a16:creationId xmlns:a16="http://schemas.microsoft.com/office/drawing/2014/main" id="{F90E0749-CE29-B2E3-24F5-017D6355E7E6}"/>
              </a:ext>
            </a:extLst>
          </p:cNvPr>
          <p:cNvSpPr txBox="1"/>
          <p:nvPr/>
        </p:nvSpPr>
        <p:spPr>
          <a:xfrm>
            <a:off x="368297" y="1183180"/>
            <a:ext cx="11017224" cy="440120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There are four main directions - East, West, North and South as shown below:</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There are four cardinal directions - North-East (N-E), North-West (N-W), South-East (S-E), and South-West (S-W) as shown below:</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pic>
        <p:nvPicPr>
          <p:cNvPr id="1029" name="Picture 5">
            <a:extLst>
              <a:ext uri="{FF2B5EF4-FFF2-40B4-BE49-F238E27FC236}">
                <a16:creationId xmlns:a16="http://schemas.microsoft.com/office/drawing/2014/main" id="{90B2FE77-7B38-3078-511F-EE4000F17F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1844824"/>
            <a:ext cx="3024336" cy="158417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68E1D1FD-78C9-D240-1BDD-11881F01E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40" y="4437112"/>
            <a:ext cx="4032448" cy="1820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478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3C42-38CD-657E-945A-77C61D320B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70BBE8-8FC6-BCBB-D3A6-A0D3565D76DE}"/>
              </a:ext>
            </a:extLst>
          </p:cNvPr>
          <p:cNvSpPr>
            <a:spLocks noGrp="1"/>
          </p:cNvSpPr>
          <p:nvPr>
            <p:ph type="sldNum" sz="quarter" idx="13"/>
          </p:nvPr>
        </p:nvSpPr>
        <p:spPr/>
        <p:txBody>
          <a:bodyPr/>
          <a:lstStyle/>
          <a:p>
            <a:fld id="{326EF2E3-409D-4D76-AD02-397A36B0DAF9}" type="slidenum">
              <a:rPr lang="en-US" smtClean="0"/>
              <a:pPr/>
              <a:t>3</a:t>
            </a:fld>
            <a:endParaRPr lang="en-US"/>
          </a:p>
        </p:txBody>
      </p:sp>
      <p:sp>
        <p:nvSpPr>
          <p:cNvPr id="5" name="Content Placeholder 1">
            <a:extLst>
              <a:ext uri="{FF2B5EF4-FFF2-40B4-BE49-F238E27FC236}">
                <a16:creationId xmlns:a16="http://schemas.microsoft.com/office/drawing/2014/main" id="{30E3DEC5-22D8-C0E6-3892-DCE7D8795141}"/>
              </a:ext>
            </a:extLst>
          </p:cNvPr>
          <p:cNvSpPr txBox="1">
            <a:spLocks/>
          </p:cNvSpPr>
          <p:nvPr/>
        </p:nvSpPr>
        <p:spPr>
          <a:xfrm>
            <a:off x="623392" y="1052736"/>
            <a:ext cx="11161240" cy="51125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IN" sz="22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8EBF1EB4-1479-95CD-4B9A-F4CDE84C9D56}"/>
              </a:ext>
            </a:extLst>
          </p:cNvPr>
          <p:cNvSpPr txBox="1"/>
          <p:nvPr/>
        </p:nvSpPr>
        <p:spPr>
          <a:xfrm>
            <a:off x="983432" y="237520"/>
            <a:ext cx="10561550" cy="646331"/>
          </a:xfrm>
          <a:prstGeom prst="rect">
            <a:avLst/>
          </a:prstGeom>
          <a:noFill/>
        </p:spPr>
        <p:txBody>
          <a:bodyPr wrap="square" rtlCol="0">
            <a:spAutoFit/>
          </a:bodyPr>
          <a:lstStyle/>
          <a:p>
            <a:pPr algn="ctr"/>
            <a:r>
              <a:rPr lang="en-IN" sz="3600" b="1" dirty="0">
                <a:solidFill>
                  <a:schemeClr val="accent2">
                    <a:lumMod val="75000"/>
                  </a:schemeClr>
                </a:solidFill>
                <a:latin typeface="Times New Roman" pitchFamily="18" charset="0"/>
                <a:cs typeface="Times New Roman" pitchFamily="18" charset="0"/>
              </a:rPr>
              <a:t>Concept and Definitions</a:t>
            </a:r>
            <a:endParaRPr lang="en-IN" sz="3600" b="1" dirty="0"/>
          </a:p>
        </p:txBody>
      </p:sp>
      <p:sp>
        <p:nvSpPr>
          <p:cNvPr id="3" name="TextBox 2">
            <a:extLst>
              <a:ext uri="{FF2B5EF4-FFF2-40B4-BE49-F238E27FC236}">
                <a16:creationId xmlns:a16="http://schemas.microsoft.com/office/drawing/2014/main" id="{2D2D9828-1DD2-C6BC-B9F8-C3709CC59374}"/>
              </a:ext>
            </a:extLst>
          </p:cNvPr>
          <p:cNvSpPr txBox="1"/>
          <p:nvPr/>
        </p:nvSpPr>
        <p:spPr>
          <a:xfrm>
            <a:off x="983432" y="1052736"/>
            <a:ext cx="10585176" cy="4832092"/>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Cambria" panose="02040503050406030204" pitchFamily="18" charset="0"/>
                <a:ea typeface="Cambria" panose="02040503050406030204" pitchFamily="18" charset="0"/>
                <a:cs typeface="Times New Roman" panose="02020603050405020304" pitchFamily="18" charset="0"/>
              </a:rPr>
              <a:t>At the time of sunrise if a man stands facing the east, his shadow will be towards west.</a:t>
            </a:r>
          </a:p>
          <a:p>
            <a:pPr marL="457200" indent="-457200">
              <a:buFont typeface="Arial" panose="020B0604020202020204" pitchFamily="34" charset="0"/>
              <a:buChar char="•"/>
            </a:pPr>
            <a:endParaRPr lang="en-US" sz="2800" b="1"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Cambria" panose="02040503050406030204" pitchFamily="18" charset="0"/>
                <a:ea typeface="Cambria" panose="02040503050406030204" pitchFamily="18" charset="0"/>
                <a:cs typeface="Times New Roman" panose="02020603050405020304" pitchFamily="18" charset="0"/>
              </a:rPr>
              <a:t>At the time of sun set, the shadow of an object is always in the east.</a:t>
            </a:r>
          </a:p>
          <a:p>
            <a:pPr marL="457200" indent="-457200">
              <a:buFont typeface="Arial" panose="020B0604020202020204" pitchFamily="34" charset="0"/>
              <a:buChar char="•"/>
            </a:pPr>
            <a:r>
              <a:rPr lang="en-US" sz="2800" b="1" dirty="0">
                <a:latin typeface="Cambria" panose="02040503050406030204" pitchFamily="18" charset="0"/>
                <a:ea typeface="Cambria" panose="02040503050406030204" pitchFamily="18" charset="0"/>
                <a:cs typeface="Times New Roman" panose="02020603050405020304" pitchFamily="18" charset="0"/>
              </a:rPr>
              <a:t>If a man stands facing the North, at the time of sunrise his shadow will be towards his left and at the time of sunset it will be towards his right.</a:t>
            </a:r>
          </a:p>
          <a:p>
            <a:pPr marL="457200" indent="-457200">
              <a:buFont typeface="Arial" panose="020B0604020202020204" pitchFamily="34" charset="0"/>
              <a:buChar char="•"/>
            </a:pPr>
            <a:endParaRPr lang="en-US" sz="2800" b="1"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Cambria" panose="02040503050406030204" pitchFamily="18" charset="0"/>
                <a:ea typeface="Cambria" panose="02040503050406030204" pitchFamily="18" charset="0"/>
                <a:cs typeface="Times New Roman" panose="02020603050405020304" pitchFamily="18" charset="0"/>
              </a:rPr>
              <a:t>At 12:00 noon, the rays of the sun are vertically downward hence there will be no shadow.</a:t>
            </a:r>
            <a:endParaRPr lang="en-IN" sz="2800" b="1"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333256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0D52A-2312-4494-524F-8210ACB285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AFEFD0-AAED-3B9E-983B-D717A65610EB}"/>
              </a:ext>
            </a:extLst>
          </p:cNvPr>
          <p:cNvSpPr>
            <a:spLocks noGrp="1"/>
          </p:cNvSpPr>
          <p:nvPr>
            <p:ph type="sldNum" sz="quarter" idx="13"/>
          </p:nvPr>
        </p:nvSpPr>
        <p:spPr/>
        <p:txBody>
          <a:bodyPr/>
          <a:lstStyle/>
          <a:p>
            <a:fld id="{326EF2E3-409D-4D76-AD02-397A36B0DAF9}" type="slidenum">
              <a:rPr lang="en-US" smtClean="0"/>
              <a:pPr/>
              <a:t>4</a:t>
            </a:fld>
            <a:endParaRPr lang="en-US"/>
          </a:p>
        </p:txBody>
      </p:sp>
      <p:sp>
        <p:nvSpPr>
          <p:cNvPr id="5" name="Content Placeholder 1">
            <a:extLst>
              <a:ext uri="{FF2B5EF4-FFF2-40B4-BE49-F238E27FC236}">
                <a16:creationId xmlns:a16="http://schemas.microsoft.com/office/drawing/2014/main" id="{B58A6430-F8FF-7E8B-53D5-26EA27816811}"/>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a:t>
            </a:r>
            <a:r>
              <a:rPr lang="en-US" b="1" dirty="0">
                <a:latin typeface="Cambria" panose="02040503050406030204" pitchFamily="18" charset="0"/>
                <a:ea typeface="Cambria" panose="02040503050406030204" pitchFamily="18" charset="0"/>
                <a:cs typeface="Times New Roman" panose="02020603050405020304" pitchFamily="18" charset="0"/>
              </a:rPr>
              <a:t> Siva starting from his house, goes 5 km in the East, then he turns to his left and goes 4 km. Finally, he turns to his left and goes 5 km. Now how far is he from his house and in what direction?</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4 km - North</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4 km - South</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 6 km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8 km - West</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A955227-08D9-662C-0333-85F6A89D79F2}"/>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271026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1548-BC08-0A95-6075-27F599922C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653B13-E85A-9748-7E5B-98E3E011EC6C}"/>
              </a:ext>
            </a:extLst>
          </p:cNvPr>
          <p:cNvSpPr>
            <a:spLocks noGrp="1"/>
          </p:cNvSpPr>
          <p:nvPr>
            <p:ph type="sldNum" sz="quarter" idx="13"/>
          </p:nvPr>
        </p:nvSpPr>
        <p:spPr/>
        <p:txBody>
          <a:bodyPr/>
          <a:lstStyle/>
          <a:p>
            <a:fld id="{326EF2E3-409D-4D76-AD02-397A36B0DAF9}" type="slidenum">
              <a:rPr lang="en-US" smtClean="0"/>
              <a:pPr/>
              <a:t>5</a:t>
            </a:fld>
            <a:endParaRPr lang="en-US"/>
          </a:p>
        </p:txBody>
      </p:sp>
      <p:sp>
        <p:nvSpPr>
          <p:cNvPr id="5" name="Content Placeholder 1">
            <a:extLst>
              <a:ext uri="{FF2B5EF4-FFF2-40B4-BE49-F238E27FC236}">
                <a16:creationId xmlns:a16="http://schemas.microsoft.com/office/drawing/2014/main" id="{1834B90F-495B-C374-3DBF-CA70F9FE20ED}"/>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2.</a:t>
            </a:r>
            <a:r>
              <a:rPr lang="en-US" b="1" dirty="0">
                <a:latin typeface="Cambria" panose="02040503050406030204" pitchFamily="18" charset="0"/>
                <a:ea typeface="Cambria" panose="02040503050406030204" pitchFamily="18" charset="0"/>
                <a:cs typeface="Times New Roman" panose="02020603050405020304" pitchFamily="18" charset="0"/>
              </a:rPr>
              <a:t> Suresh starting from his house, goes 4 km in the East, then he turns to his right and goes 3 km. What minimum distance will be covered by him to come back to his house?</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5 km</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6 km</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7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km</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8 km</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19E44D6-4DCA-0F62-4776-A18E15261987}"/>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022034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DA123-9849-A256-C5B3-8642F2E387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B77548-22DE-49C2-E4B5-D61AF1890861}"/>
              </a:ext>
            </a:extLst>
          </p:cNvPr>
          <p:cNvSpPr>
            <a:spLocks noGrp="1"/>
          </p:cNvSpPr>
          <p:nvPr>
            <p:ph type="sldNum" sz="quarter" idx="13"/>
          </p:nvPr>
        </p:nvSpPr>
        <p:spPr/>
        <p:txBody>
          <a:bodyPr/>
          <a:lstStyle/>
          <a:p>
            <a:fld id="{326EF2E3-409D-4D76-AD02-397A36B0DAF9}" type="slidenum">
              <a:rPr lang="en-US" smtClean="0"/>
              <a:pPr/>
              <a:t>6</a:t>
            </a:fld>
            <a:endParaRPr lang="en-US"/>
          </a:p>
        </p:txBody>
      </p:sp>
      <p:sp>
        <p:nvSpPr>
          <p:cNvPr id="5" name="Content Placeholder 1">
            <a:extLst>
              <a:ext uri="{FF2B5EF4-FFF2-40B4-BE49-F238E27FC236}">
                <a16:creationId xmlns:a16="http://schemas.microsoft.com/office/drawing/2014/main" id="{3AEAFD33-02AA-B944-7BBF-C181C53969DD}"/>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3 .</a:t>
            </a:r>
            <a:r>
              <a:rPr lang="en-US" b="1" dirty="0">
                <a:latin typeface="Cambria" panose="02040503050406030204" pitchFamily="18" charset="0"/>
                <a:ea typeface="Cambria" panose="02040503050406030204" pitchFamily="18" charset="0"/>
                <a:cs typeface="Times New Roman" panose="02020603050405020304" pitchFamily="18" charset="0"/>
              </a:rPr>
              <a:t> </a:t>
            </a:r>
            <a:r>
              <a:rPr lang="en-US" b="1" dirty="0"/>
              <a:t>One morning after sunrise Juhi while going to school met Lalli at Boring road crossing. Lalli's shadow was exactly to the right of Juhi. If they were face to face, which direction was Juhi facing?</a:t>
            </a:r>
            <a:endPar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West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North</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South</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996229B-1379-A079-9A21-B52EE0FD3279}"/>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37668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8895-45FC-E91E-4729-7561E327A9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1BF484-5FE1-88DB-4389-1926F8A4419F}"/>
              </a:ext>
            </a:extLst>
          </p:cNvPr>
          <p:cNvSpPr>
            <a:spLocks noGrp="1"/>
          </p:cNvSpPr>
          <p:nvPr>
            <p:ph type="sldNum" sz="quarter" idx="13"/>
          </p:nvPr>
        </p:nvSpPr>
        <p:spPr/>
        <p:txBody>
          <a:bodyPr/>
          <a:lstStyle/>
          <a:p>
            <a:fld id="{326EF2E3-409D-4D76-AD02-397A36B0DAF9}" type="slidenum">
              <a:rPr lang="en-US" smtClean="0"/>
              <a:pPr/>
              <a:t>7</a:t>
            </a:fld>
            <a:endParaRPr lang="en-US"/>
          </a:p>
        </p:txBody>
      </p:sp>
      <p:sp>
        <p:nvSpPr>
          <p:cNvPr id="5" name="Content Placeholder 1">
            <a:extLst>
              <a:ext uri="{FF2B5EF4-FFF2-40B4-BE49-F238E27FC236}">
                <a16:creationId xmlns:a16="http://schemas.microsoft.com/office/drawing/2014/main" id="{2A59E2C5-D790-8611-D9DA-371335467F0F}"/>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4.</a:t>
            </a:r>
            <a:r>
              <a:rPr lang="en-US" b="1" dirty="0">
                <a:latin typeface="Cambria" panose="02040503050406030204" pitchFamily="18" charset="0"/>
                <a:ea typeface="Cambria" panose="02040503050406030204" pitchFamily="18" charset="0"/>
                <a:cs typeface="Times New Roman" panose="02020603050405020304" pitchFamily="18" charset="0"/>
              </a:rPr>
              <a:t> </a:t>
            </a:r>
            <a:r>
              <a:rPr lang="en-US" b="1" dirty="0"/>
              <a:t>One morning Udai and Vishal were talking to each other face to face at a crossing. If Vishal's shadow was exactly to the left of Udai, which direction was Udai facing?</a:t>
            </a:r>
            <a:endPar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indent="0" eaLnBrk="0" fontAlgn="base" hangingPunct="0">
              <a:lnSpc>
                <a:spcPct val="150000"/>
              </a:lnSpc>
              <a:spcBef>
                <a:spcPct val="0"/>
              </a:spcBef>
              <a:spcAft>
                <a:spcPct val="0"/>
              </a:spcAft>
              <a:buNone/>
              <a:defRPr/>
            </a:pP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a) East</a:t>
            </a:r>
            <a:b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b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b) West</a:t>
            </a:r>
            <a:b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b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c) North</a:t>
            </a:r>
            <a:b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b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d) South</a:t>
            </a:r>
          </a:p>
          <a:p>
            <a:pPr marL="0" marR="0" lvl="0" indent="0" defTabSz="914400" rtl="0" eaLnBrk="0" fontAlgn="base" latinLnBrk="0" hangingPunct="0">
              <a:lnSpc>
                <a:spcPct val="150000"/>
              </a:lnSpc>
              <a:spcBef>
                <a:spcPct val="0"/>
              </a:spcBef>
              <a:spcAft>
                <a:spcPct val="0"/>
              </a:spcAft>
              <a:buClrTx/>
              <a:buSzTx/>
              <a:buFontTx/>
              <a:buNone/>
              <a:tabLst/>
              <a:defRPr/>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BC3DFA3-B4EF-8E69-0F4C-B5044FCBF2EB}"/>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499929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3CA3C-31FD-B7DA-73BA-3C7FB36D0D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894245-A4A6-36E6-94D2-E4D56FF1AAB0}"/>
              </a:ext>
            </a:extLst>
          </p:cNvPr>
          <p:cNvSpPr>
            <a:spLocks noGrp="1"/>
          </p:cNvSpPr>
          <p:nvPr>
            <p:ph type="sldNum" sz="quarter" idx="13"/>
          </p:nvPr>
        </p:nvSpPr>
        <p:spPr/>
        <p:txBody>
          <a:bodyPr/>
          <a:lstStyle/>
          <a:p>
            <a:fld id="{326EF2E3-409D-4D76-AD02-397A36B0DAF9}" type="slidenum">
              <a:rPr lang="en-US" smtClean="0"/>
              <a:pPr/>
              <a:t>8</a:t>
            </a:fld>
            <a:endParaRPr lang="en-US"/>
          </a:p>
        </p:txBody>
      </p:sp>
      <p:sp>
        <p:nvSpPr>
          <p:cNvPr id="5" name="Content Placeholder 1">
            <a:extLst>
              <a:ext uri="{FF2B5EF4-FFF2-40B4-BE49-F238E27FC236}">
                <a16:creationId xmlns:a16="http://schemas.microsoft.com/office/drawing/2014/main" id="{461FE124-2CDC-7F42-9383-AA5A2435E34F}"/>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5.</a:t>
            </a:r>
            <a:r>
              <a:rPr lang="en-US" b="1" dirty="0">
                <a:latin typeface="Cambria" panose="02040503050406030204" pitchFamily="18" charset="0"/>
                <a:ea typeface="Cambria" panose="02040503050406030204" pitchFamily="18" charset="0"/>
                <a:cs typeface="Times New Roman" panose="02020603050405020304" pitchFamily="18" charset="0"/>
              </a:rPr>
              <a:t> Y is in the East of X which is in the North of Z. If P is in the South of Z, then in which direction of Y, is P?</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North</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F70A2E5-A2F3-A649-5512-2F39C47D8BDC}"/>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4093968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3481-ADE0-7A97-75A4-9D162C2970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A9DC4-E160-6160-9CC9-00FB22034566}"/>
              </a:ext>
            </a:extLst>
          </p:cNvPr>
          <p:cNvSpPr>
            <a:spLocks noGrp="1"/>
          </p:cNvSpPr>
          <p:nvPr>
            <p:ph type="sldNum" sz="quarter" idx="13"/>
          </p:nvPr>
        </p:nvSpPr>
        <p:spPr/>
        <p:txBody>
          <a:bodyPr/>
          <a:lstStyle/>
          <a:p>
            <a:fld id="{326EF2E3-409D-4D76-AD02-397A36B0DAF9}" type="slidenum">
              <a:rPr lang="en-US" smtClean="0"/>
              <a:pPr/>
              <a:t>9</a:t>
            </a:fld>
            <a:endParaRPr lang="en-US"/>
          </a:p>
        </p:txBody>
      </p:sp>
      <p:sp>
        <p:nvSpPr>
          <p:cNvPr id="5" name="Content Placeholder 1">
            <a:extLst>
              <a:ext uri="{FF2B5EF4-FFF2-40B4-BE49-F238E27FC236}">
                <a16:creationId xmlns:a16="http://schemas.microsoft.com/office/drawing/2014/main" id="{004EB6F7-6460-4871-2F7F-844045D8DCC3}"/>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6.</a:t>
            </a:r>
            <a:r>
              <a:rPr lang="en-US" b="1" dirty="0">
                <a:latin typeface="Cambria" panose="02040503050406030204" pitchFamily="18" charset="0"/>
                <a:ea typeface="Cambria" panose="02040503050406030204" pitchFamily="18" charset="0"/>
                <a:cs typeface="Times New Roman" panose="02020603050405020304" pitchFamily="18" charset="0"/>
              </a:rPr>
              <a:t> If South-East becomes North, North-East becomes West and so on. What will West become?</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North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West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1F7F38D-4A19-C431-9120-9672F980D2FD}"/>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438300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E9539-778A-2273-8385-4AD2087F3A6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2973F6-0B41-C9AD-C915-08A3E323B9AB}"/>
              </a:ext>
            </a:extLst>
          </p:cNvPr>
          <p:cNvSpPr>
            <a:spLocks noGrp="1"/>
          </p:cNvSpPr>
          <p:nvPr>
            <p:ph type="sldNum" sz="quarter" idx="13"/>
          </p:nvPr>
        </p:nvSpPr>
        <p:spPr/>
        <p:txBody>
          <a:bodyPr/>
          <a:lstStyle/>
          <a:p>
            <a:fld id="{326EF2E3-409D-4D76-AD02-397A36B0DAF9}" type="slidenum">
              <a:rPr lang="en-US" smtClean="0"/>
              <a:pPr/>
              <a:t>10</a:t>
            </a:fld>
            <a:endParaRPr lang="en-US"/>
          </a:p>
        </p:txBody>
      </p:sp>
      <p:sp>
        <p:nvSpPr>
          <p:cNvPr id="5" name="Content Placeholder 1">
            <a:extLst>
              <a:ext uri="{FF2B5EF4-FFF2-40B4-BE49-F238E27FC236}">
                <a16:creationId xmlns:a16="http://schemas.microsoft.com/office/drawing/2014/main" id="{BAA6716E-26B0-FF49-C6CF-0FE97362C3FE}"/>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7.</a:t>
            </a:r>
            <a:r>
              <a:rPr lang="en-US" b="1" dirty="0">
                <a:latin typeface="Cambria" panose="02040503050406030204" pitchFamily="18" charset="0"/>
                <a:ea typeface="Cambria" panose="02040503050406030204" pitchFamily="18" charset="0"/>
                <a:cs typeface="Times New Roman" panose="02020603050405020304" pitchFamily="18" charset="0"/>
              </a:rPr>
              <a:t> A man walks 5 km toward south and then turns to the right. After walking 3 km he turns to the left and walks 5 km. Now in which direction is he from the starting place?</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North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West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9C83D80-AA83-857D-E858-A176FDDA0F13}"/>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40946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A286-D907-CB84-D6EA-48529BA2D10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BC76A0-87FD-0501-147D-D4889ECBA119}"/>
              </a:ext>
            </a:extLst>
          </p:cNvPr>
          <p:cNvSpPr>
            <a:spLocks noGrp="1"/>
          </p:cNvSpPr>
          <p:nvPr>
            <p:ph type="sldNum" sz="quarter" idx="13"/>
          </p:nvPr>
        </p:nvSpPr>
        <p:spPr/>
        <p:txBody>
          <a:bodyPr/>
          <a:lstStyle/>
          <a:p>
            <a:fld id="{326EF2E3-409D-4D76-AD02-397A36B0DAF9}" type="slidenum">
              <a:rPr lang="en-US" smtClean="0"/>
              <a:pPr/>
              <a:t>11</a:t>
            </a:fld>
            <a:endParaRPr lang="en-US"/>
          </a:p>
        </p:txBody>
      </p:sp>
      <p:sp>
        <p:nvSpPr>
          <p:cNvPr id="5" name="Content Placeholder 1">
            <a:extLst>
              <a:ext uri="{FF2B5EF4-FFF2-40B4-BE49-F238E27FC236}">
                <a16:creationId xmlns:a16="http://schemas.microsoft.com/office/drawing/2014/main" id="{E18E1D35-5AF8-0DAD-29ED-AC67454488ED}"/>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8.</a:t>
            </a:r>
            <a:r>
              <a:rPr lang="en-US" b="1" dirty="0">
                <a:latin typeface="Cambria" panose="02040503050406030204" pitchFamily="18" charset="0"/>
                <a:ea typeface="Cambria" panose="02040503050406030204" pitchFamily="18" charset="0"/>
                <a:cs typeface="Times New Roman" panose="02020603050405020304" pitchFamily="18" charset="0"/>
              </a:rPr>
              <a:t> If South-East becomes North, North-East becomes West and so on. What will West become?</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North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West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0B86EF7-37A2-A78D-014D-9A6D647ECCF1}"/>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310487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4C729-3146-8310-548B-AEF5265DAA6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0BEC80-A22A-22E3-62A0-E307849484B7}"/>
              </a:ext>
            </a:extLst>
          </p:cNvPr>
          <p:cNvSpPr>
            <a:spLocks noGrp="1"/>
          </p:cNvSpPr>
          <p:nvPr>
            <p:ph type="sldNum" sz="quarter" idx="13"/>
          </p:nvPr>
        </p:nvSpPr>
        <p:spPr/>
        <p:txBody>
          <a:bodyPr/>
          <a:lstStyle/>
          <a:p>
            <a:fld id="{326EF2E3-409D-4D76-AD02-397A36B0DAF9}" type="slidenum">
              <a:rPr lang="en-US" smtClean="0"/>
              <a:pPr/>
              <a:t>12</a:t>
            </a:fld>
            <a:endParaRPr lang="en-US"/>
          </a:p>
        </p:txBody>
      </p:sp>
      <p:sp>
        <p:nvSpPr>
          <p:cNvPr id="5" name="Content Placeholder 1">
            <a:extLst>
              <a:ext uri="{FF2B5EF4-FFF2-40B4-BE49-F238E27FC236}">
                <a16:creationId xmlns:a16="http://schemas.microsoft.com/office/drawing/2014/main" id="{60ADEE6A-415E-9A7A-12CD-D25195E9FE3B}"/>
              </a:ext>
            </a:extLst>
          </p:cNvPr>
          <p:cNvSpPr txBox="1">
            <a:spLocks/>
          </p:cNvSpPr>
          <p:nvPr/>
        </p:nvSpPr>
        <p:spPr>
          <a:xfrm>
            <a:off x="674672" y="908720"/>
            <a:ext cx="10944000" cy="47525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24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sz="24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9.</a:t>
            </a:r>
            <a:r>
              <a:rPr lang="en-US" sz="2400" b="1" dirty="0">
                <a:latin typeface="Cambria" panose="02040503050406030204" pitchFamily="18" charset="0"/>
                <a:ea typeface="Cambria" panose="02040503050406030204" pitchFamily="18" charset="0"/>
                <a:cs typeface="Times New Roman" panose="02020603050405020304" pitchFamily="18" charset="0"/>
              </a:rPr>
              <a:t> Dev, Kumar, Nilesh, Ankur and Pintu are standing facing to the North in a playground such as given below:</a:t>
            </a:r>
          </a:p>
          <a:p>
            <a:pPr marL="0" indent="0" algn="just">
              <a:lnSpc>
                <a:spcPct val="150000"/>
              </a:lnSpc>
              <a:buNone/>
            </a:pPr>
            <a:r>
              <a:rPr lang="en-US" sz="2400" b="1" dirty="0">
                <a:latin typeface="Cambria" panose="02040503050406030204" pitchFamily="18" charset="0"/>
                <a:ea typeface="Cambria" panose="02040503050406030204" pitchFamily="18" charset="0"/>
                <a:cs typeface="Times New Roman" panose="02020603050405020304" pitchFamily="18" charset="0"/>
              </a:rPr>
              <a:t>Kumar is at 40 m to the right of Ankur. Dev is are 60 m in the south of Kumar.. Nilesh is at a distance of 25 m in the west of Ankur. Pintu is at a distance of 90 m in the North of Dev.</a:t>
            </a:r>
          </a:p>
          <a:p>
            <a:pPr marL="0" indent="0" algn="just">
              <a:lnSpc>
                <a:spcPct val="150000"/>
              </a:lnSpc>
              <a:buNone/>
            </a:pPr>
            <a:r>
              <a:rPr lang="en-US" sz="2400" b="1" dirty="0">
                <a:latin typeface="Cambria" panose="02040503050406030204" pitchFamily="18" charset="0"/>
                <a:ea typeface="Cambria" panose="02040503050406030204" pitchFamily="18" charset="0"/>
                <a:cs typeface="Times New Roman" panose="02020603050405020304" pitchFamily="18" charset="0"/>
              </a:rPr>
              <a:t>1.Which one is in the North-East of the person who is to the left of Kumar?</a:t>
            </a:r>
            <a:endParaRPr lang="en-US" sz="2400"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Dev</a:t>
            </a:r>
            <a:b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Nilesh</a:t>
            </a:r>
            <a:b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Pintu</a:t>
            </a:r>
            <a:b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sz="24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sz="2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sz="2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639173-B4CF-527B-8FC7-E0ECB23CF2FF}"/>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776735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D603B-6229-0FCB-B58A-61A44BE6D5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C096E2-3C57-E1D0-0CE7-F7CFA4D4397C}"/>
              </a:ext>
            </a:extLst>
          </p:cNvPr>
          <p:cNvSpPr>
            <a:spLocks noGrp="1"/>
          </p:cNvSpPr>
          <p:nvPr>
            <p:ph type="sldNum" sz="quarter" idx="13"/>
          </p:nvPr>
        </p:nvSpPr>
        <p:spPr/>
        <p:txBody>
          <a:bodyPr/>
          <a:lstStyle/>
          <a:p>
            <a:fld id="{326EF2E3-409D-4D76-AD02-397A36B0DAF9}" type="slidenum">
              <a:rPr lang="en-US" smtClean="0"/>
              <a:pPr/>
              <a:t>13</a:t>
            </a:fld>
            <a:endParaRPr lang="en-US"/>
          </a:p>
        </p:txBody>
      </p:sp>
      <p:sp>
        <p:nvSpPr>
          <p:cNvPr id="5" name="Content Placeholder 1">
            <a:extLst>
              <a:ext uri="{FF2B5EF4-FFF2-40B4-BE49-F238E27FC236}">
                <a16:creationId xmlns:a16="http://schemas.microsoft.com/office/drawing/2014/main" id="{0B99D15A-99B5-A560-CCDA-7DBF830EDA50}"/>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10.</a:t>
            </a:r>
            <a:r>
              <a:rPr lang="en-US" b="1" dirty="0">
                <a:latin typeface="Cambria" panose="02040503050406030204" pitchFamily="18" charset="0"/>
                <a:ea typeface="Cambria" panose="02040503050406030204" pitchFamily="18" charset="0"/>
                <a:cs typeface="Times New Roman" panose="02020603050405020304" pitchFamily="18" charset="0"/>
              </a:rPr>
              <a:t> Ram started walking towards East. After walking 10m he took a right turn and walked 10m. He took a left turn and walked 30m and again took a left turn and walked 40m.Now, how far and which direction is he from starting point?</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50m -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North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50m -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West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40m -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C9E9B5C-8463-8762-7515-5CC59CB7B29F}"/>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4108991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5D8E-C533-25B1-F342-26321C35EF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D99E6D-AF2E-FEB6-3354-6C8AA8DD13D9}"/>
              </a:ext>
            </a:extLst>
          </p:cNvPr>
          <p:cNvSpPr>
            <a:spLocks noGrp="1"/>
          </p:cNvSpPr>
          <p:nvPr>
            <p:ph type="sldNum" sz="quarter" idx="13"/>
          </p:nvPr>
        </p:nvSpPr>
        <p:spPr/>
        <p:txBody>
          <a:bodyPr/>
          <a:lstStyle/>
          <a:p>
            <a:fld id="{326EF2E3-409D-4D76-AD02-397A36B0DAF9}" type="slidenum">
              <a:rPr lang="en-US" smtClean="0"/>
              <a:pPr/>
              <a:t>14</a:t>
            </a:fld>
            <a:endParaRPr lang="en-US"/>
          </a:p>
        </p:txBody>
      </p:sp>
      <p:sp>
        <p:nvSpPr>
          <p:cNvPr id="5" name="Content Placeholder 1">
            <a:extLst>
              <a:ext uri="{FF2B5EF4-FFF2-40B4-BE49-F238E27FC236}">
                <a16:creationId xmlns:a16="http://schemas.microsoft.com/office/drawing/2014/main" id="{931CEDDA-C758-76A0-0CB0-AD2CF33538C1}"/>
              </a:ext>
            </a:extLst>
          </p:cNvPr>
          <p:cNvSpPr txBox="1">
            <a:spLocks/>
          </p:cNvSpPr>
          <p:nvPr/>
        </p:nvSpPr>
        <p:spPr>
          <a:xfrm>
            <a:off x="696616" y="1268760"/>
            <a:ext cx="10944000" cy="4752528"/>
          </a:xfrm>
          <a:prstGeom prst="rect">
            <a:avLst/>
          </a:prstGeom>
        </p:spPr>
        <p:txBody>
          <a:bodyPr lIns="91440" tIns="45720" rIns="91440" bIns="4572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11.</a:t>
            </a:r>
            <a:r>
              <a:rPr lang="en-US" b="1" dirty="0">
                <a:latin typeface="Cambria" panose="02040503050406030204" pitchFamily="18" charset="0"/>
                <a:ea typeface="Cambria" panose="02040503050406030204" pitchFamily="18" charset="0"/>
                <a:cs typeface="Times New Roman" panose="02020603050405020304" pitchFamily="18" charset="0"/>
              </a:rPr>
              <a:t> P is 15m to the west of Q. R is 13m to the south of Q and 5m to the east of S. T is 20m to the north of S. T is 10m to the East of U.</a:t>
            </a:r>
          </a:p>
          <a:p>
            <a:pPr marL="0" indent="0" algn="just">
              <a:lnSpc>
                <a:spcPct val="150000"/>
              </a:lnSpc>
              <a:buNone/>
            </a:pPr>
            <a:r>
              <a:rPr lang="en-US" b="1">
                <a:latin typeface="Cambria"/>
                <a:ea typeface="Cambria"/>
                <a:cs typeface="Times New Roman"/>
              </a:rPr>
              <a:t>1. In which direction U is with respect to P</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2. In which direction R with respect to P</a:t>
            </a: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North</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West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South-  East</a:t>
            </a:r>
            <a:b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None of these</a:t>
            </a:r>
            <a:endParaRPr kumimoji="0" lang="en-US"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9E08D47-5A8F-50C7-4337-012B5949ADF2}"/>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203803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98702-A16D-9441-1405-23F84793C98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57C4D8-7A09-57A0-A742-DB3080AED428}"/>
              </a:ext>
            </a:extLst>
          </p:cNvPr>
          <p:cNvSpPr>
            <a:spLocks noGrp="1"/>
          </p:cNvSpPr>
          <p:nvPr>
            <p:ph type="sldNum" sz="quarter" idx="13"/>
          </p:nvPr>
        </p:nvSpPr>
        <p:spPr/>
        <p:txBody>
          <a:bodyPr/>
          <a:lstStyle/>
          <a:p>
            <a:fld id="{326EF2E3-409D-4D76-AD02-397A36B0DAF9}" type="slidenum">
              <a:rPr lang="en-US" smtClean="0"/>
              <a:pPr/>
              <a:t>15</a:t>
            </a:fld>
            <a:endParaRPr lang="en-US"/>
          </a:p>
        </p:txBody>
      </p:sp>
      <p:sp>
        <p:nvSpPr>
          <p:cNvPr id="5" name="Content Placeholder 1">
            <a:extLst>
              <a:ext uri="{FF2B5EF4-FFF2-40B4-BE49-F238E27FC236}">
                <a16:creationId xmlns:a16="http://schemas.microsoft.com/office/drawing/2014/main" id="{D2783C3A-39C0-ADE0-C0FB-36180784C320}"/>
              </a:ext>
            </a:extLst>
          </p:cNvPr>
          <p:cNvSpPr txBox="1">
            <a:spLocks/>
          </p:cNvSpPr>
          <p:nvPr/>
        </p:nvSpPr>
        <p:spPr>
          <a:xfrm>
            <a:off x="696616" y="1268760"/>
            <a:ext cx="10944000" cy="4752528"/>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24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sz="24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12.</a:t>
            </a:r>
            <a:r>
              <a:rPr lang="en-US" sz="2400" b="1" dirty="0">
                <a:latin typeface="Cambria" panose="02040503050406030204" pitchFamily="18" charset="0"/>
                <a:ea typeface="Cambria" panose="02040503050406030204" pitchFamily="18" charset="0"/>
                <a:cs typeface="Times New Roman" panose="02020603050405020304" pitchFamily="18" charset="0"/>
              </a:rPr>
              <a:t> . Rajesh walked 25 meters towards South. Then he turned to his left and walked 20 meters. He then turned to his left and walked 25 meters. He again turned to his right and walked 15 meters. </a:t>
            </a:r>
          </a:p>
          <a:p>
            <a:pPr marL="0" indent="0" algn="just">
              <a:lnSpc>
                <a:spcPct val="150000"/>
              </a:lnSpc>
              <a:buNone/>
            </a:pPr>
            <a:r>
              <a:rPr lang="en-US" sz="2400" b="1" dirty="0">
                <a:latin typeface="Cambria" panose="02040503050406030204" pitchFamily="18" charset="0"/>
                <a:ea typeface="Cambria" panose="02040503050406030204" pitchFamily="18" charset="0"/>
                <a:cs typeface="Times New Roman" panose="02020603050405020304" pitchFamily="18" charset="0"/>
              </a:rPr>
              <a:t>At what distance is he from the starting point and in which direction?</a:t>
            </a:r>
          </a:p>
          <a:p>
            <a:pPr marL="514350" indent="-514350" algn="just">
              <a:lnSpc>
                <a:spcPct val="150000"/>
              </a:lnSpc>
              <a:buAutoNum type="alphaLcParenR"/>
            </a:pPr>
            <a:r>
              <a:rPr lang="en-US" sz="2400" b="1" dirty="0">
                <a:latin typeface="Cambria" panose="02040503050406030204" pitchFamily="18" charset="0"/>
                <a:ea typeface="Cambria" panose="02040503050406030204" pitchFamily="18" charset="0"/>
                <a:cs typeface="Times New Roman" panose="02020603050405020304" pitchFamily="18" charset="0"/>
              </a:rPr>
              <a:t>60 meters-East </a:t>
            </a:r>
          </a:p>
          <a:p>
            <a:pPr marL="514350" indent="-514350" algn="just">
              <a:lnSpc>
                <a:spcPct val="150000"/>
              </a:lnSpc>
              <a:buAutoNum type="alphaLcParenR"/>
            </a:pPr>
            <a:r>
              <a:rPr lang="en-US" sz="2400" b="1" dirty="0">
                <a:latin typeface="Cambria" panose="02040503050406030204" pitchFamily="18" charset="0"/>
                <a:ea typeface="Cambria" panose="02040503050406030204" pitchFamily="18" charset="0"/>
                <a:cs typeface="Times New Roman" panose="02020603050405020304" pitchFamily="18" charset="0"/>
              </a:rPr>
              <a:t>35 meters-East</a:t>
            </a:r>
          </a:p>
          <a:p>
            <a:pPr marL="0" indent="0" algn="just">
              <a:lnSpc>
                <a:spcPct val="150000"/>
              </a:lnSpc>
              <a:buNone/>
            </a:pPr>
            <a:r>
              <a:rPr lang="en-US" sz="2400" b="1">
                <a:latin typeface="Cambria"/>
                <a:ea typeface="Cambria"/>
                <a:cs typeface="Times New Roman"/>
              </a:rPr>
              <a:t>c)    35 meters-North</a:t>
            </a:r>
          </a:p>
          <a:p>
            <a:pPr marL="0" indent="0" algn="just">
              <a:lnSpc>
                <a:spcPct val="150000"/>
              </a:lnSpc>
              <a:buNone/>
            </a:pPr>
            <a:r>
              <a:rPr lang="en-US" sz="2400" b="1">
                <a:latin typeface="Cambria"/>
                <a:ea typeface="Cambria"/>
                <a:cs typeface="Times New Roman"/>
              </a:rPr>
              <a:t>d)   40 meters-East</a:t>
            </a:r>
            <a:endParaRPr lang="en-US" sz="2400">
              <a:solidFill>
                <a:srgbClr val="000000"/>
              </a:solidFill>
              <a:latin typeface="Cambria"/>
              <a:ea typeface="Cambria"/>
              <a:cs typeface="Times New Roman"/>
            </a:endParaRPr>
          </a:p>
          <a:p>
            <a:pPr marL="0" indent="0" algn="just">
              <a:lnSpc>
                <a:spcPct val="150000"/>
              </a:lnSpc>
              <a:buNone/>
            </a:pPr>
            <a:endParaRPr lang="en-US" sz="2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0D6801-7966-5CE6-056D-28FB07F33EC9}"/>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946264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1156271" y="2295452"/>
            <a:ext cx="9215502" cy="1363592"/>
          </a:xfrm>
          <a:prstGeom prst="rect">
            <a:avLst/>
          </a:prstGeom>
        </p:spPr>
        <p:txBody>
          <a:bodyPr vert="horz" lIns="91440" tIns="45720" rIns="91440" bIns="45720" rtlCol="0" anchor="ctr">
            <a:noAutofit/>
          </a:bodyPr>
          <a:lstStyle/>
          <a:p>
            <a:pPr marL="514350" indent="-514350" algn="ctr" defTabSz="914400">
              <a:lnSpc>
                <a:spcPct val="170000"/>
              </a:lnSpc>
              <a:spcBef>
                <a:spcPct val="0"/>
              </a:spcBef>
              <a:defRPr/>
            </a:pPr>
            <a:r>
              <a:rPr lang="en-US" sz="7200" b="1" spc="-50" dirty="0">
                <a:solidFill>
                  <a:schemeClr val="accent1">
                    <a:lumMod val="75000"/>
                  </a:schemeClr>
                </a:solidFill>
                <a:latin typeface="Maiandra GD" pitchFamily="34" charset="0"/>
              </a:rPr>
              <a:t>Thank You</a:t>
            </a:r>
          </a:p>
        </p:txBody>
      </p:sp>
      <p:sp>
        <p:nvSpPr>
          <p:cNvPr id="4" name="Slide Number Placeholder 3">
            <a:extLst>
              <a:ext uri="{FF2B5EF4-FFF2-40B4-BE49-F238E27FC236}">
                <a16:creationId xmlns:a16="http://schemas.microsoft.com/office/drawing/2014/main" id="{80214EE3-5496-7B8C-B18E-94D50E1BC7DF}"/>
              </a:ext>
            </a:extLst>
          </p:cNvPr>
          <p:cNvSpPr>
            <a:spLocks noGrp="1"/>
          </p:cNvSpPr>
          <p:nvPr>
            <p:ph type="sldNum" sz="quarter" idx="13"/>
          </p:nvPr>
        </p:nvSpPr>
        <p:spPr>
          <a:xfrm>
            <a:off x="10272464" y="6376243"/>
            <a:ext cx="1081336" cy="365125"/>
          </a:xfrm>
        </p:spPr>
        <p:txBody>
          <a:bodyPr/>
          <a:lstStyle/>
          <a:p>
            <a:fld id="{326EF2E3-409D-4D76-AD02-397A36B0DAF9}" type="slidenum">
              <a:rPr lang="en-US" smtClean="0"/>
              <a:pPr/>
              <a:t>16</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7155</TotalTime>
  <Words>1101</Words>
  <Application>Microsoft Office PowerPoint</Application>
  <PresentationFormat>Widescreen</PresentationFormat>
  <Paragraphs>113</Paragraphs>
  <Slides>16</Slides>
  <Notes>13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vijay peddamalla</cp:lastModifiedBy>
  <cp:revision>826</cp:revision>
  <cp:lastPrinted>2023-06-09T04:58:36Z</cp:lastPrinted>
  <dcterms:created xsi:type="dcterms:W3CDTF">2019-12-14T03:50:52Z</dcterms:created>
  <dcterms:modified xsi:type="dcterms:W3CDTF">2026-03-09T06:13:30Z</dcterms:modified>
</cp:coreProperties>
</file>