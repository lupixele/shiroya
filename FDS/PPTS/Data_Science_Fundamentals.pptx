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2" r:id="rId5"/>
  </p:sldMasterIdLst>
  <p:notesMasterIdLst>
    <p:notesMasterId r:id="rId6"/>
  </p:notesMasterIdLst>
  <p:sldIdLst>
    <p:sldId id="256" r:id="rId7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iM3G09Krq4HxoG3opsr7i1aQjY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A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2032000" y="2472266"/>
            <a:ext cx="12192000" cy="22076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2032000" y="4802717"/>
            <a:ext cx="121920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  <a:defRPr sz="2133"/>
            </a:lvl9pPr>
          </a:lstStyle>
          <a:p/>
        </p:txBody>
      </p:sp>
      <p:pic>
        <p:nvPicPr>
          <p:cNvPr id="18" name="Google Shape;1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3477" y="789451"/>
            <a:ext cx="10145520" cy="134414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AU"/>
              <a:t>&lt;#&gt;</a:t>
            </a:r>
            <a:endParaRPr/>
          </a:p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158780" y="2082502"/>
            <a:ext cx="14020800" cy="60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0" type="dt"/>
          </p:nvPr>
        </p:nvSpPr>
        <p:spPr>
          <a:xfrm>
            <a:off x="927201" y="8371693"/>
            <a:ext cx="2208244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1" type="ftr"/>
          </p:nvPr>
        </p:nvSpPr>
        <p:spPr>
          <a:xfrm>
            <a:off x="3423477" y="8371696"/>
            <a:ext cx="9217024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20946" y="-324544"/>
            <a:ext cx="4332859" cy="2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13696619" y="8475134"/>
            <a:ext cx="1441781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20946" y="-324544"/>
            <a:ext cx="4332859" cy="2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6"/>
          <p:cNvSpPr txBox="1"/>
          <p:nvPr>
            <p:ph idx="10" type="dt"/>
          </p:nvPr>
        </p:nvSpPr>
        <p:spPr>
          <a:xfrm>
            <a:off x="927201" y="8371693"/>
            <a:ext cx="2208244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1" type="ftr"/>
          </p:nvPr>
        </p:nvSpPr>
        <p:spPr>
          <a:xfrm>
            <a:off x="3423477" y="8371696"/>
            <a:ext cx="9217024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2" type="sldNum"/>
          </p:nvPr>
        </p:nvSpPr>
        <p:spPr>
          <a:xfrm>
            <a:off x="13696619" y="8475134"/>
            <a:ext cx="1441781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1158780" y="2082502"/>
            <a:ext cx="14020800" cy="60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927201" y="8371693"/>
            <a:ext cx="2208244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423477" y="8371696"/>
            <a:ext cx="9217024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20946" y="-324544"/>
            <a:ext cx="4332859" cy="2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13696619" y="8475134"/>
            <a:ext cx="1441781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8" name="Google Shape;78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1" name="Google Shape;91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9" name="Google Shape;9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6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733"/>
              <a:buFont typeface="Calibri"/>
              <a:buChar char="•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5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